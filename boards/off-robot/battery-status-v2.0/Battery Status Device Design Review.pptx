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69" r:id="rId3"/>
    <p:sldId id="270" r:id="rId4"/>
    <p:sldId id="257" r:id="rId5"/>
    <p:sldId id="258" r:id="rId6"/>
    <p:sldId id="262" r:id="rId7"/>
    <p:sldId id="267" r:id="rId8"/>
    <p:sldId id="259" r:id="rId9"/>
    <p:sldId id="261" r:id="rId10"/>
    <p:sldId id="263" r:id="rId11"/>
    <p:sldId id="265" r:id="rId12"/>
    <p:sldId id="266" r:id="rId13"/>
    <p:sldId id="260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71E412E-3BCA-43A9-BB0A-0D6E7AB945C9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A2845B3B-38D9-44B5-90CD-4773BA141579}">
      <dgm:prSet/>
      <dgm:spPr/>
      <dgm:t>
        <a:bodyPr/>
        <a:lstStyle/>
        <a:p>
          <a:pPr>
            <a:defRPr cap="all"/>
          </a:pPr>
          <a:r>
            <a:rPr lang="en-US" b="0" i="0"/>
            <a:t>Project Context</a:t>
          </a:r>
          <a:endParaRPr lang="en-US"/>
        </a:p>
      </dgm:t>
    </dgm:pt>
    <dgm:pt modelId="{4DB5BA32-DBD1-4D61-BA57-3C8E583A31D2}" type="parTrans" cxnId="{7F200E1D-139A-40F9-896D-B3ED0AE63B31}">
      <dgm:prSet/>
      <dgm:spPr/>
      <dgm:t>
        <a:bodyPr/>
        <a:lstStyle/>
        <a:p>
          <a:endParaRPr lang="en-US"/>
        </a:p>
      </dgm:t>
    </dgm:pt>
    <dgm:pt modelId="{B9F96ECE-C62C-4421-BEA1-0053128FF493}" type="sibTrans" cxnId="{7F200E1D-139A-40F9-896D-B3ED0AE63B31}">
      <dgm:prSet/>
      <dgm:spPr/>
      <dgm:t>
        <a:bodyPr/>
        <a:lstStyle/>
        <a:p>
          <a:endParaRPr lang="en-US"/>
        </a:p>
      </dgm:t>
    </dgm:pt>
    <dgm:pt modelId="{5E879829-22E7-4468-AE6F-55D66E75F7FB}">
      <dgm:prSet/>
      <dgm:spPr/>
      <dgm:t>
        <a:bodyPr/>
        <a:lstStyle/>
        <a:p>
          <a:pPr>
            <a:defRPr cap="all"/>
          </a:pPr>
          <a:r>
            <a:rPr lang="en-US" b="0" i="0"/>
            <a:t>System Summary</a:t>
          </a:r>
          <a:endParaRPr lang="en-US"/>
        </a:p>
      </dgm:t>
    </dgm:pt>
    <dgm:pt modelId="{050E2B50-00B3-43EA-AC86-F3D50D680EBB}" type="parTrans" cxnId="{4A4E8309-7D96-42BA-B05E-E59840A93736}">
      <dgm:prSet/>
      <dgm:spPr/>
      <dgm:t>
        <a:bodyPr/>
        <a:lstStyle/>
        <a:p>
          <a:endParaRPr lang="en-US"/>
        </a:p>
      </dgm:t>
    </dgm:pt>
    <dgm:pt modelId="{AAFDF6B4-9E2D-46A8-8606-59AB5E99C8EC}" type="sibTrans" cxnId="{4A4E8309-7D96-42BA-B05E-E59840A93736}">
      <dgm:prSet/>
      <dgm:spPr/>
      <dgm:t>
        <a:bodyPr/>
        <a:lstStyle/>
        <a:p>
          <a:endParaRPr lang="en-US"/>
        </a:p>
      </dgm:t>
    </dgm:pt>
    <dgm:pt modelId="{8DAB09F0-00DB-4F08-B40A-A4848632DF85}">
      <dgm:prSet/>
      <dgm:spPr/>
      <dgm:t>
        <a:bodyPr/>
        <a:lstStyle/>
        <a:p>
          <a:pPr>
            <a:defRPr cap="all"/>
          </a:pPr>
          <a:r>
            <a:rPr lang="en-US" b="0" i="0"/>
            <a:t>Subsystem Summary</a:t>
          </a:r>
          <a:endParaRPr lang="en-US"/>
        </a:p>
      </dgm:t>
    </dgm:pt>
    <dgm:pt modelId="{27077068-6EA9-4A1B-B239-50BF4DEDC760}" type="parTrans" cxnId="{DA95B84F-8D38-4521-BD99-B40587810ADC}">
      <dgm:prSet/>
      <dgm:spPr/>
      <dgm:t>
        <a:bodyPr/>
        <a:lstStyle/>
        <a:p>
          <a:endParaRPr lang="en-US"/>
        </a:p>
      </dgm:t>
    </dgm:pt>
    <dgm:pt modelId="{22440B8B-3387-4F4A-B4C4-6E86CA2B0B11}" type="sibTrans" cxnId="{DA95B84F-8D38-4521-BD99-B40587810ADC}">
      <dgm:prSet/>
      <dgm:spPr/>
      <dgm:t>
        <a:bodyPr/>
        <a:lstStyle/>
        <a:p>
          <a:endParaRPr lang="en-US"/>
        </a:p>
      </dgm:t>
    </dgm:pt>
    <dgm:pt modelId="{616F492D-FAF4-4F84-9FD8-9C3388B75628}">
      <dgm:prSet/>
      <dgm:spPr/>
      <dgm:t>
        <a:bodyPr/>
        <a:lstStyle/>
        <a:p>
          <a:pPr>
            <a:defRPr cap="all"/>
          </a:pPr>
          <a:r>
            <a:rPr lang="en-US" b="0" i="0"/>
            <a:t>Routing</a:t>
          </a:r>
          <a:endParaRPr lang="en-US"/>
        </a:p>
      </dgm:t>
    </dgm:pt>
    <dgm:pt modelId="{C3508C1A-9D0F-451A-9D4C-410528F60A74}" type="parTrans" cxnId="{A5CB6E16-5F4B-4D3C-B9B7-4A7839D1FFFB}">
      <dgm:prSet/>
      <dgm:spPr/>
      <dgm:t>
        <a:bodyPr/>
        <a:lstStyle/>
        <a:p>
          <a:endParaRPr lang="en-US"/>
        </a:p>
      </dgm:t>
    </dgm:pt>
    <dgm:pt modelId="{65F3AA44-7A8E-4990-93EB-0682F8132FC3}" type="sibTrans" cxnId="{A5CB6E16-5F4B-4D3C-B9B7-4A7839D1FFFB}">
      <dgm:prSet/>
      <dgm:spPr/>
      <dgm:t>
        <a:bodyPr/>
        <a:lstStyle/>
        <a:p>
          <a:endParaRPr lang="en-US"/>
        </a:p>
      </dgm:t>
    </dgm:pt>
    <dgm:pt modelId="{F16EDD53-E2FB-4840-B7CE-CDBCF17E1DCC}" type="pres">
      <dgm:prSet presAssocID="{E71E412E-3BCA-43A9-BB0A-0D6E7AB945C9}" presName="root" presStyleCnt="0">
        <dgm:presLayoutVars>
          <dgm:dir/>
          <dgm:resizeHandles val="exact"/>
        </dgm:presLayoutVars>
      </dgm:prSet>
      <dgm:spPr/>
    </dgm:pt>
    <dgm:pt modelId="{60455264-657E-417D-941A-7FCDF38040E1}" type="pres">
      <dgm:prSet presAssocID="{A2845B3B-38D9-44B5-90CD-4773BA141579}" presName="compNode" presStyleCnt="0"/>
      <dgm:spPr/>
    </dgm:pt>
    <dgm:pt modelId="{72B59443-6499-4AD8-9807-7040607D25B7}" type="pres">
      <dgm:prSet presAssocID="{A2845B3B-38D9-44B5-90CD-4773BA141579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CD98D3B3-B237-403F-A49F-6D03A01B5911}" type="pres">
      <dgm:prSet presAssocID="{A2845B3B-38D9-44B5-90CD-4773BA14157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ckeyStickCurve"/>
        </a:ext>
      </dgm:extLst>
    </dgm:pt>
    <dgm:pt modelId="{5E4929E1-9932-4021-9659-C9A6D87FB6C8}" type="pres">
      <dgm:prSet presAssocID="{A2845B3B-38D9-44B5-90CD-4773BA141579}" presName="spaceRect" presStyleCnt="0"/>
      <dgm:spPr/>
    </dgm:pt>
    <dgm:pt modelId="{114E3137-C152-4A7F-95DA-D39C7FDE5971}" type="pres">
      <dgm:prSet presAssocID="{A2845B3B-38D9-44B5-90CD-4773BA141579}" presName="textRect" presStyleLbl="revTx" presStyleIdx="0" presStyleCnt="4">
        <dgm:presLayoutVars>
          <dgm:chMax val="1"/>
          <dgm:chPref val="1"/>
        </dgm:presLayoutVars>
      </dgm:prSet>
      <dgm:spPr/>
    </dgm:pt>
    <dgm:pt modelId="{A7BEED3E-3316-43AD-BDB5-4F9AD66489D7}" type="pres">
      <dgm:prSet presAssocID="{B9F96ECE-C62C-4421-BEA1-0053128FF493}" presName="sibTrans" presStyleCnt="0"/>
      <dgm:spPr/>
    </dgm:pt>
    <dgm:pt modelId="{228F3C82-5E14-4B3A-B6DB-CE1C0C3D0002}" type="pres">
      <dgm:prSet presAssocID="{5E879829-22E7-4468-AE6F-55D66E75F7FB}" presName="compNode" presStyleCnt="0"/>
      <dgm:spPr/>
    </dgm:pt>
    <dgm:pt modelId="{9D8D8763-99EF-4E64-BEE6-5C7D0CEFB896}" type="pres">
      <dgm:prSet presAssocID="{5E879829-22E7-4468-AE6F-55D66E75F7FB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F2631904-3D3C-4B77-8F65-7AEB73E35DBC}" type="pres">
      <dgm:prSet presAssocID="{5E879829-22E7-4468-AE6F-55D66E75F7F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AF088370-BB40-4454-B309-119D50DE7953}" type="pres">
      <dgm:prSet presAssocID="{5E879829-22E7-4468-AE6F-55D66E75F7FB}" presName="spaceRect" presStyleCnt="0"/>
      <dgm:spPr/>
    </dgm:pt>
    <dgm:pt modelId="{4446AA0C-4369-4FE0-8C26-0E971E1E29F3}" type="pres">
      <dgm:prSet presAssocID="{5E879829-22E7-4468-AE6F-55D66E75F7FB}" presName="textRect" presStyleLbl="revTx" presStyleIdx="1" presStyleCnt="4">
        <dgm:presLayoutVars>
          <dgm:chMax val="1"/>
          <dgm:chPref val="1"/>
        </dgm:presLayoutVars>
      </dgm:prSet>
      <dgm:spPr/>
    </dgm:pt>
    <dgm:pt modelId="{B8D2AA5C-6D1B-4E22-84C7-03449743D0FE}" type="pres">
      <dgm:prSet presAssocID="{AAFDF6B4-9E2D-46A8-8606-59AB5E99C8EC}" presName="sibTrans" presStyleCnt="0"/>
      <dgm:spPr/>
    </dgm:pt>
    <dgm:pt modelId="{2E802163-5F0C-4066-B8E6-92DB5710EC16}" type="pres">
      <dgm:prSet presAssocID="{8DAB09F0-00DB-4F08-B40A-A4848632DF85}" presName="compNode" presStyleCnt="0"/>
      <dgm:spPr/>
    </dgm:pt>
    <dgm:pt modelId="{B0C90CEC-12D7-4CCB-A546-575EB8759F08}" type="pres">
      <dgm:prSet presAssocID="{8DAB09F0-00DB-4F08-B40A-A4848632DF85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D71B9E1C-6F3F-4482-BA4D-60ED97AA88F1}" type="pres">
      <dgm:prSet presAssocID="{8DAB09F0-00DB-4F08-B40A-A4848632DF8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F1B91EB6-9793-4AC5-B9FE-FB24DFBBBDB8}" type="pres">
      <dgm:prSet presAssocID="{8DAB09F0-00DB-4F08-B40A-A4848632DF85}" presName="spaceRect" presStyleCnt="0"/>
      <dgm:spPr/>
    </dgm:pt>
    <dgm:pt modelId="{7414530C-5C3D-43E6-9150-65A7AC1DF678}" type="pres">
      <dgm:prSet presAssocID="{8DAB09F0-00DB-4F08-B40A-A4848632DF85}" presName="textRect" presStyleLbl="revTx" presStyleIdx="2" presStyleCnt="4">
        <dgm:presLayoutVars>
          <dgm:chMax val="1"/>
          <dgm:chPref val="1"/>
        </dgm:presLayoutVars>
      </dgm:prSet>
      <dgm:spPr/>
    </dgm:pt>
    <dgm:pt modelId="{80A815E5-0C74-435B-A0ED-AF7914849C18}" type="pres">
      <dgm:prSet presAssocID="{22440B8B-3387-4F4A-B4C4-6E86CA2B0B11}" presName="sibTrans" presStyleCnt="0"/>
      <dgm:spPr/>
    </dgm:pt>
    <dgm:pt modelId="{A8E3A2EB-B3E8-4CC2-8503-F4AA51A77029}" type="pres">
      <dgm:prSet presAssocID="{616F492D-FAF4-4F84-9FD8-9C3388B75628}" presName="compNode" presStyleCnt="0"/>
      <dgm:spPr/>
    </dgm:pt>
    <dgm:pt modelId="{1B814092-0C7D-44F6-BBB6-35F3A515E21E}" type="pres">
      <dgm:prSet presAssocID="{616F492D-FAF4-4F84-9FD8-9C3388B75628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BC8113B7-3AD3-4044-B910-4C3170E0E6E5}" type="pres">
      <dgm:prSet presAssocID="{616F492D-FAF4-4F84-9FD8-9C3388B7562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 outline"/>
        </a:ext>
      </dgm:extLst>
    </dgm:pt>
    <dgm:pt modelId="{61A86B66-049B-4972-BA25-3A0F6C48078A}" type="pres">
      <dgm:prSet presAssocID="{616F492D-FAF4-4F84-9FD8-9C3388B75628}" presName="spaceRect" presStyleCnt="0"/>
      <dgm:spPr/>
    </dgm:pt>
    <dgm:pt modelId="{C5151668-6434-4DF7-A659-8CBDE3670FF7}" type="pres">
      <dgm:prSet presAssocID="{616F492D-FAF4-4F84-9FD8-9C3388B75628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4A4E8309-7D96-42BA-B05E-E59840A93736}" srcId="{E71E412E-3BCA-43A9-BB0A-0D6E7AB945C9}" destId="{5E879829-22E7-4468-AE6F-55D66E75F7FB}" srcOrd="1" destOrd="0" parTransId="{050E2B50-00B3-43EA-AC86-F3D50D680EBB}" sibTransId="{AAFDF6B4-9E2D-46A8-8606-59AB5E99C8EC}"/>
    <dgm:cxn modelId="{7F92940D-1F80-4AA0-AA42-9E67050B1F32}" type="presOf" srcId="{A2845B3B-38D9-44B5-90CD-4773BA141579}" destId="{114E3137-C152-4A7F-95DA-D39C7FDE5971}" srcOrd="0" destOrd="0" presId="urn:microsoft.com/office/officeart/2018/5/layout/IconLeafLabelList"/>
    <dgm:cxn modelId="{A5CB6E16-5F4B-4D3C-B9B7-4A7839D1FFFB}" srcId="{E71E412E-3BCA-43A9-BB0A-0D6E7AB945C9}" destId="{616F492D-FAF4-4F84-9FD8-9C3388B75628}" srcOrd="3" destOrd="0" parTransId="{C3508C1A-9D0F-451A-9D4C-410528F60A74}" sibTransId="{65F3AA44-7A8E-4990-93EB-0682F8132FC3}"/>
    <dgm:cxn modelId="{7F200E1D-139A-40F9-896D-B3ED0AE63B31}" srcId="{E71E412E-3BCA-43A9-BB0A-0D6E7AB945C9}" destId="{A2845B3B-38D9-44B5-90CD-4773BA141579}" srcOrd="0" destOrd="0" parTransId="{4DB5BA32-DBD1-4D61-BA57-3C8E583A31D2}" sibTransId="{B9F96ECE-C62C-4421-BEA1-0053128FF493}"/>
    <dgm:cxn modelId="{824D9931-A4DA-4D50-87CA-6A5987E1C115}" type="presOf" srcId="{8DAB09F0-00DB-4F08-B40A-A4848632DF85}" destId="{7414530C-5C3D-43E6-9150-65A7AC1DF678}" srcOrd="0" destOrd="0" presId="urn:microsoft.com/office/officeart/2018/5/layout/IconLeafLabelList"/>
    <dgm:cxn modelId="{DA95B84F-8D38-4521-BD99-B40587810ADC}" srcId="{E71E412E-3BCA-43A9-BB0A-0D6E7AB945C9}" destId="{8DAB09F0-00DB-4F08-B40A-A4848632DF85}" srcOrd="2" destOrd="0" parTransId="{27077068-6EA9-4A1B-B239-50BF4DEDC760}" sibTransId="{22440B8B-3387-4F4A-B4C4-6E86CA2B0B11}"/>
    <dgm:cxn modelId="{33993AAA-C2DC-4936-934A-B9BD85B1C95C}" type="presOf" srcId="{616F492D-FAF4-4F84-9FD8-9C3388B75628}" destId="{C5151668-6434-4DF7-A659-8CBDE3670FF7}" srcOrd="0" destOrd="0" presId="urn:microsoft.com/office/officeart/2018/5/layout/IconLeafLabelList"/>
    <dgm:cxn modelId="{17D7BDB3-4B03-4DBF-81D0-95A52599DF19}" type="presOf" srcId="{5E879829-22E7-4468-AE6F-55D66E75F7FB}" destId="{4446AA0C-4369-4FE0-8C26-0E971E1E29F3}" srcOrd="0" destOrd="0" presId="urn:microsoft.com/office/officeart/2018/5/layout/IconLeafLabelList"/>
    <dgm:cxn modelId="{E58EF1D1-A8C3-4725-A4DA-2EE4615DAB95}" type="presOf" srcId="{E71E412E-3BCA-43A9-BB0A-0D6E7AB945C9}" destId="{F16EDD53-E2FB-4840-B7CE-CDBCF17E1DCC}" srcOrd="0" destOrd="0" presId="urn:microsoft.com/office/officeart/2018/5/layout/IconLeafLabelList"/>
    <dgm:cxn modelId="{13D2CD3B-02A3-4BC0-9731-001D9BCC3932}" type="presParOf" srcId="{F16EDD53-E2FB-4840-B7CE-CDBCF17E1DCC}" destId="{60455264-657E-417D-941A-7FCDF38040E1}" srcOrd="0" destOrd="0" presId="urn:microsoft.com/office/officeart/2018/5/layout/IconLeafLabelList"/>
    <dgm:cxn modelId="{47DB991D-1572-4B2D-90AF-2236A73D84C6}" type="presParOf" srcId="{60455264-657E-417D-941A-7FCDF38040E1}" destId="{72B59443-6499-4AD8-9807-7040607D25B7}" srcOrd="0" destOrd="0" presId="urn:microsoft.com/office/officeart/2018/5/layout/IconLeafLabelList"/>
    <dgm:cxn modelId="{97721126-8E43-47EB-8DEC-F8B31948602F}" type="presParOf" srcId="{60455264-657E-417D-941A-7FCDF38040E1}" destId="{CD98D3B3-B237-403F-A49F-6D03A01B5911}" srcOrd="1" destOrd="0" presId="urn:microsoft.com/office/officeart/2018/5/layout/IconLeafLabelList"/>
    <dgm:cxn modelId="{C258C6ED-EB9E-428D-AC9E-498220A66A4B}" type="presParOf" srcId="{60455264-657E-417D-941A-7FCDF38040E1}" destId="{5E4929E1-9932-4021-9659-C9A6D87FB6C8}" srcOrd="2" destOrd="0" presId="urn:microsoft.com/office/officeart/2018/5/layout/IconLeafLabelList"/>
    <dgm:cxn modelId="{5B6F067C-BEEF-4233-B9E7-B080B43539A2}" type="presParOf" srcId="{60455264-657E-417D-941A-7FCDF38040E1}" destId="{114E3137-C152-4A7F-95DA-D39C7FDE5971}" srcOrd="3" destOrd="0" presId="urn:microsoft.com/office/officeart/2018/5/layout/IconLeafLabelList"/>
    <dgm:cxn modelId="{5076B819-E52D-4423-8547-13BB71E3F9B6}" type="presParOf" srcId="{F16EDD53-E2FB-4840-B7CE-CDBCF17E1DCC}" destId="{A7BEED3E-3316-43AD-BDB5-4F9AD66489D7}" srcOrd="1" destOrd="0" presId="urn:microsoft.com/office/officeart/2018/5/layout/IconLeafLabelList"/>
    <dgm:cxn modelId="{8A162C08-5C65-44A3-9F71-1285ED34159E}" type="presParOf" srcId="{F16EDD53-E2FB-4840-B7CE-CDBCF17E1DCC}" destId="{228F3C82-5E14-4B3A-B6DB-CE1C0C3D0002}" srcOrd="2" destOrd="0" presId="urn:microsoft.com/office/officeart/2018/5/layout/IconLeafLabelList"/>
    <dgm:cxn modelId="{CF91979D-E194-4163-9DD2-56A2A00DFD08}" type="presParOf" srcId="{228F3C82-5E14-4B3A-B6DB-CE1C0C3D0002}" destId="{9D8D8763-99EF-4E64-BEE6-5C7D0CEFB896}" srcOrd="0" destOrd="0" presId="urn:microsoft.com/office/officeart/2018/5/layout/IconLeafLabelList"/>
    <dgm:cxn modelId="{38676F0E-5858-4FE4-ABE6-ED8B9FB785CA}" type="presParOf" srcId="{228F3C82-5E14-4B3A-B6DB-CE1C0C3D0002}" destId="{F2631904-3D3C-4B77-8F65-7AEB73E35DBC}" srcOrd="1" destOrd="0" presId="urn:microsoft.com/office/officeart/2018/5/layout/IconLeafLabelList"/>
    <dgm:cxn modelId="{8BD93C10-A26E-486D-B53D-3F40064DE874}" type="presParOf" srcId="{228F3C82-5E14-4B3A-B6DB-CE1C0C3D0002}" destId="{AF088370-BB40-4454-B309-119D50DE7953}" srcOrd="2" destOrd="0" presId="urn:microsoft.com/office/officeart/2018/5/layout/IconLeafLabelList"/>
    <dgm:cxn modelId="{45686BA9-4B33-499D-87CC-A727323472EE}" type="presParOf" srcId="{228F3C82-5E14-4B3A-B6DB-CE1C0C3D0002}" destId="{4446AA0C-4369-4FE0-8C26-0E971E1E29F3}" srcOrd="3" destOrd="0" presId="urn:microsoft.com/office/officeart/2018/5/layout/IconLeafLabelList"/>
    <dgm:cxn modelId="{2689274F-AE60-43C4-BB01-3EE294DB0E18}" type="presParOf" srcId="{F16EDD53-E2FB-4840-B7CE-CDBCF17E1DCC}" destId="{B8D2AA5C-6D1B-4E22-84C7-03449743D0FE}" srcOrd="3" destOrd="0" presId="urn:microsoft.com/office/officeart/2018/5/layout/IconLeafLabelList"/>
    <dgm:cxn modelId="{5052F935-B0E9-4DA3-962E-C434A10624E9}" type="presParOf" srcId="{F16EDD53-E2FB-4840-B7CE-CDBCF17E1DCC}" destId="{2E802163-5F0C-4066-B8E6-92DB5710EC16}" srcOrd="4" destOrd="0" presId="urn:microsoft.com/office/officeart/2018/5/layout/IconLeafLabelList"/>
    <dgm:cxn modelId="{0E03C331-22F0-41BD-878F-C3945E716A7B}" type="presParOf" srcId="{2E802163-5F0C-4066-B8E6-92DB5710EC16}" destId="{B0C90CEC-12D7-4CCB-A546-575EB8759F08}" srcOrd="0" destOrd="0" presId="urn:microsoft.com/office/officeart/2018/5/layout/IconLeafLabelList"/>
    <dgm:cxn modelId="{32AB6502-ED18-48E7-BFC5-94A0A35632AF}" type="presParOf" srcId="{2E802163-5F0C-4066-B8E6-92DB5710EC16}" destId="{D71B9E1C-6F3F-4482-BA4D-60ED97AA88F1}" srcOrd="1" destOrd="0" presId="urn:microsoft.com/office/officeart/2018/5/layout/IconLeafLabelList"/>
    <dgm:cxn modelId="{5525440B-4A36-4E1B-B74C-83D37B1DA250}" type="presParOf" srcId="{2E802163-5F0C-4066-B8E6-92DB5710EC16}" destId="{F1B91EB6-9793-4AC5-B9FE-FB24DFBBBDB8}" srcOrd="2" destOrd="0" presId="urn:microsoft.com/office/officeart/2018/5/layout/IconLeafLabelList"/>
    <dgm:cxn modelId="{6B431D4F-2FA0-4235-8781-F3F5B4F51B71}" type="presParOf" srcId="{2E802163-5F0C-4066-B8E6-92DB5710EC16}" destId="{7414530C-5C3D-43E6-9150-65A7AC1DF678}" srcOrd="3" destOrd="0" presId="urn:microsoft.com/office/officeart/2018/5/layout/IconLeafLabelList"/>
    <dgm:cxn modelId="{46A17BD3-9F3E-41BE-929F-9FF34EFF6452}" type="presParOf" srcId="{F16EDD53-E2FB-4840-B7CE-CDBCF17E1DCC}" destId="{80A815E5-0C74-435B-A0ED-AF7914849C18}" srcOrd="5" destOrd="0" presId="urn:microsoft.com/office/officeart/2018/5/layout/IconLeafLabelList"/>
    <dgm:cxn modelId="{B632F6A9-7486-4602-A6AA-844DC2FB6404}" type="presParOf" srcId="{F16EDD53-E2FB-4840-B7CE-CDBCF17E1DCC}" destId="{A8E3A2EB-B3E8-4CC2-8503-F4AA51A77029}" srcOrd="6" destOrd="0" presId="urn:microsoft.com/office/officeart/2018/5/layout/IconLeafLabelList"/>
    <dgm:cxn modelId="{87802418-5258-41D3-A3DF-CE9E035DD579}" type="presParOf" srcId="{A8E3A2EB-B3E8-4CC2-8503-F4AA51A77029}" destId="{1B814092-0C7D-44F6-BBB6-35F3A515E21E}" srcOrd="0" destOrd="0" presId="urn:microsoft.com/office/officeart/2018/5/layout/IconLeafLabelList"/>
    <dgm:cxn modelId="{54F9363C-F5F5-4557-B8CD-188B6AAD6898}" type="presParOf" srcId="{A8E3A2EB-B3E8-4CC2-8503-F4AA51A77029}" destId="{BC8113B7-3AD3-4044-B910-4C3170E0E6E5}" srcOrd="1" destOrd="0" presId="urn:microsoft.com/office/officeart/2018/5/layout/IconLeafLabelList"/>
    <dgm:cxn modelId="{C766D7FD-2EF5-4ECC-9EEA-BE9BFC49E699}" type="presParOf" srcId="{A8E3A2EB-B3E8-4CC2-8503-F4AA51A77029}" destId="{61A86B66-049B-4972-BA25-3A0F6C48078A}" srcOrd="2" destOrd="0" presId="urn:microsoft.com/office/officeart/2018/5/layout/IconLeafLabelList"/>
    <dgm:cxn modelId="{296E6C50-7639-421B-A34F-5CACFB07CBFE}" type="presParOf" srcId="{A8E3A2EB-B3E8-4CC2-8503-F4AA51A77029}" destId="{C5151668-6434-4DF7-A659-8CBDE3670FF7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B59443-6499-4AD8-9807-7040607D25B7}">
      <dsp:nvSpPr>
        <dsp:cNvPr id="0" name=""/>
        <dsp:cNvSpPr/>
      </dsp:nvSpPr>
      <dsp:spPr>
        <a:xfrm>
          <a:off x="890248" y="442080"/>
          <a:ext cx="1260509" cy="1260509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98D3B3-B237-403F-A49F-6D03A01B5911}">
      <dsp:nvSpPr>
        <dsp:cNvPr id="0" name=""/>
        <dsp:cNvSpPr/>
      </dsp:nvSpPr>
      <dsp:spPr>
        <a:xfrm>
          <a:off x="1158881" y="710713"/>
          <a:ext cx="723243" cy="72324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4E3137-C152-4A7F-95DA-D39C7FDE5971}">
      <dsp:nvSpPr>
        <dsp:cNvPr id="0" name=""/>
        <dsp:cNvSpPr/>
      </dsp:nvSpPr>
      <dsp:spPr>
        <a:xfrm>
          <a:off x="487298" y="2095207"/>
          <a:ext cx="206640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600" b="0" i="0" kern="1200"/>
            <a:t>Project Context</a:t>
          </a:r>
          <a:endParaRPr lang="en-US" sz="2600" kern="1200"/>
        </a:p>
      </dsp:txBody>
      <dsp:txXfrm>
        <a:off x="487298" y="2095207"/>
        <a:ext cx="2066409" cy="720000"/>
      </dsp:txXfrm>
    </dsp:sp>
    <dsp:sp modelId="{9D8D8763-99EF-4E64-BEE6-5C7D0CEFB896}">
      <dsp:nvSpPr>
        <dsp:cNvPr id="0" name=""/>
        <dsp:cNvSpPr/>
      </dsp:nvSpPr>
      <dsp:spPr>
        <a:xfrm>
          <a:off x="3318279" y="442080"/>
          <a:ext cx="1260509" cy="1260509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631904-3D3C-4B77-8F65-7AEB73E35DBC}">
      <dsp:nvSpPr>
        <dsp:cNvPr id="0" name=""/>
        <dsp:cNvSpPr/>
      </dsp:nvSpPr>
      <dsp:spPr>
        <a:xfrm>
          <a:off x="3586912" y="710713"/>
          <a:ext cx="723243" cy="72324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46AA0C-4369-4FE0-8C26-0E971E1E29F3}">
      <dsp:nvSpPr>
        <dsp:cNvPr id="0" name=""/>
        <dsp:cNvSpPr/>
      </dsp:nvSpPr>
      <dsp:spPr>
        <a:xfrm>
          <a:off x="2915329" y="2095207"/>
          <a:ext cx="206640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600" b="0" i="0" kern="1200"/>
            <a:t>System Summary</a:t>
          </a:r>
          <a:endParaRPr lang="en-US" sz="2600" kern="1200"/>
        </a:p>
      </dsp:txBody>
      <dsp:txXfrm>
        <a:off x="2915329" y="2095207"/>
        <a:ext cx="2066409" cy="720000"/>
      </dsp:txXfrm>
    </dsp:sp>
    <dsp:sp modelId="{B0C90CEC-12D7-4CCB-A546-575EB8759F08}">
      <dsp:nvSpPr>
        <dsp:cNvPr id="0" name=""/>
        <dsp:cNvSpPr/>
      </dsp:nvSpPr>
      <dsp:spPr>
        <a:xfrm>
          <a:off x="5746310" y="442080"/>
          <a:ext cx="1260509" cy="1260509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1B9E1C-6F3F-4482-BA4D-60ED97AA88F1}">
      <dsp:nvSpPr>
        <dsp:cNvPr id="0" name=""/>
        <dsp:cNvSpPr/>
      </dsp:nvSpPr>
      <dsp:spPr>
        <a:xfrm>
          <a:off x="6014943" y="710713"/>
          <a:ext cx="723243" cy="72324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14530C-5C3D-43E6-9150-65A7AC1DF678}">
      <dsp:nvSpPr>
        <dsp:cNvPr id="0" name=""/>
        <dsp:cNvSpPr/>
      </dsp:nvSpPr>
      <dsp:spPr>
        <a:xfrm>
          <a:off x="5343360" y="2095207"/>
          <a:ext cx="206640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600" b="0" i="0" kern="1200"/>
            <a:t>Subsystem Summary</a:t>
          </a:r>
          <a:endParaRPr lang="en-US" sz="2600" kern="1200"/>
        </a:p>
      </dsp:txBody>
      <dsp:txXfrm>
        <a:off x="5343360" y="2095207"/>
        <a:ext cx="2066409" cy="720000"/>
      </dsp:txXfrm>
    </dsp:sp>
    <dsp:sp modelId="{1B814092-0C7D-44F6-BBB6-35F3A515E21E}">
      <dsp:nvSpPr>
        <dsp:cNvPr id="0" name=""/>
        <dsp:cNvSpPr/>
      </dsp:nvSpPr>
      <dsp:spPr>
        <a:xfrm>
          <a:off x="8174341" y="442080"/>
          <a:ext cx="1260509" cy="1260509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8113B7-3AD3-4044-B910-4C3170E0E6E5}">
      <dsp:nvSpPr>
        <dsp:cNvPr id="0" name=""/>
        <dsp:cNvSpPr/>
      </dsp:nvSpPr>
      <dsp:spPr>
        <a:xfrm>
          <a:off x="8442974" y="710713"/>
          <a:ext cx="723243" cy="72324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151668-6434-4DF7-A659-8CBDE3670FF7}">
      <dsp:nvSpPr>
        <dsp:cNvPr id="0" name=""/>
        <dsp:cNvSpPr/>
      </dsp:nvSpPr>
      <dsp:spPr>
        <a:xfrm>
          <a:off x="7771391" y="2095207"/>
          <a:ext cx="206640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600" b="0" i="0" kern="1200"/>
            <a:t>Routing</a:t>
          </a:r>
          <a:endParaRPr lang="en-US" sz="2600" kern="1200"/>
        </a:p>
      </dsp:txBody>
      <dsp:txXfrm>
        <a:off x="7771391" y="2095207"/>
        <a:ext cx="2066409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43A7CD3-94E1-42A9-BAB7-2AFCD9FCBD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078" y="722903"/>
            <a:ext cx="10495904" cy="2460770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67609B-8FD3-4FF7-8EBC-6619CA868B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1078" y="3428997"/>
            <a:ext cx="10495904" cy="230663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7A76F-3401-4F50-AE85-8F2AA247B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1/18/2022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02E50-D34E-4DD4-8B3B-55D08F25F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53B71-D2FA-4DDC-9C9C-E26F7B591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491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D8D6B-70A2-430A-9F5D-DA093D8C1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A2845-6CA6-4745-A951-25B8D5319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49424-7A20-4BA1-9F60-671A5DBB3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1/18/2022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BD2B2-E17F-402E-8EA3-5C7C1118A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23070-8658-4AC0-B2A3-4BE605A84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880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69DB7AC-F7D7-430A-A2A7-CD3EBBF1D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6AAF10E-F092-4160-BF4A-FF568555B790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6341C04-9B94-4385-A661-7B8C1700049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C1D709-6A0F-409C-B2D0-C248E562265E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999BE53-BA11-4B67-BFBB-6281DB50C75D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B662D93-31C1-4DFB-A938-E631F89AA9F0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7ECC8DA-0BEC-4508-89D4-12FA35B481F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7DC8E6C-1B78-4B89-82DD-BBA778CD1482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8E5F54A-0315-4B15-B865-1F0460526260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DD7F352-DE39-4835-8D3F-69CDEC490F1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9D6F20A-F777-4F41-B23B-735A64FA5DA3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1BBADBA-0F74-418B-BC50-AD44596C3EF8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918BE26-88E5-457C-8095-745F34D1536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FB269E0-E058-4340-B93D-7D40FFF521F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DDD9AEE-5501-4385-B339-4616F567B53D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4D29C61-8926-4C98-882B-AB90108C8386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AC585F9-B633-4F7E-AADE-75079DC17158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5DC6366-5525-4FBC-9886-D4409F6B299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CC03CF9-098C-4140-806A-023D3DC3F2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C41BC4-89DF-4EC4-A141-9EF16D8EEB5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32AD067-E64C-499E-9C0A-A725258744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653DD54-FA2B-4B91-A94E-3C46AE21B38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86AC204-156B-442E-B028-01036BD1F2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03512DE-F013-431A-9F6E-ADDA88FB2DD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E95FEE1-61A9-4065-B9F8-5589180AC62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028AA59-C1FA-46C0-BFDD-1C1D3404C81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A5C99EE-B791-470A-8639-0357A751EB4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54F4204-F48B-4AF5-B11E-0CE7D972AC3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76643FE-3966-4B82-9623-C61A56EDD20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DD769C5-B1B1-45BD-A40A-67E6568C843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A511707-50C7-48B2-81F7-5C82BF57795C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38D44F3-CCFE-48A0-8414-FFF5E43D9184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D126FE0-8204-40BB-AD46-4A0C7A475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18115"/>
            <a:ext cx="10312571" cy="278150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5E350-4200-419C-A167-527DD6B77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3753350"/>
            <a:ext cx="10312571" cy="1991572"/>
          </a:xfrm>
        </p:spPr>
        <p:txBody>
          <a:bodyPr/>
          <a:lstStyle>
            <a:lvl1pPr marL="0" indent="0">
              <a:buNone/>
              <a:defRPr lang="en-US" sz="24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6741F519-22CF-4C01-B140-5480DBAB30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D1550-9064-4767-B70A-3501AF956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1/18/2022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E1C33-2E8E-4041-9683-12048CB8A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36992-B921-4F3F-9C4A-0D67E618D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398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CFDF5-4B31-4F1B-83BA-82A951037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312571" cy="13548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EC9A6-F718-4497-8A75-637EE17458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078" y="2345843"/>
            <a:ext cx="500958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03E57-9695-4508-9778-B3DB1FB5FA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35075" y="2345843"/>
            <a:ext cx="506857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4CEE6-B9DC-4CCC-8F4C-0B4DADFB0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1/18/2022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C85191-5804-47C9-95EB-D49D71573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6B0A03-44F6-4299-B45D-E07A02390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44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920E6-CC97-4BD8-92FE-8F36024D0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0"/>
            <a:ext cx="10320062" cy="14075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872FB-EDD5-42FB-8A9A-279EAD4FB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2331481"/>
            <a:ext cx="4963444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5F28C1-95C8-476A-8D93-D580DD39D8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1078" y="2954564"/>
            <a:ext cx="4963444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15485-EE1A-41B0-873A-BA9D06E88B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03351" y="2331481"/>
            <a:ext cx="4900298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81A6FB-1583-4A1B-A4A7-C65062C57B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03351" y="2954564"/>
            <a:ext cx="4900298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A29EA7-E61E-4617-9DA9-40B9299B3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/>
          <a:lstStyle/>
          <a:p>
            <a:fld id="{8F72BA41-EC5B-4197-BCC8-0FD2E523CD7A}" type="datetimeFigureOut">
              <a:rPr lang="en-US" smtClean="0"/>
              <a:t>1/18/2022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6249CC-EB72-46A6-87D9-5FBDA8E45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A04EE7-47BE-4ECE-A170-793C4E569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642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E4946-24AD-40DD-95A7-49BA49C22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501177" cy="140123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8CF342-49F6-482D-943E-7E50B1694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1/18/2022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4033E5-3797-4FF8-866F-9FD9325A9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DC1E67-424D-4638-98F8-38E71A410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165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5BED274-5EB4-4EF4-B353-E55BD5026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0418BE5-560E-4E49-B12D-B555511FED72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49D1162-73B9-420F-BCBE-95039D00CD2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2BA76FE-316A-48E2-A03B-4E05691C4348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E678FBC-A6AD-4422-BA24-A4172F8862CA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D3C5C3E-2D08-43F0-AFAC-E15360CA7D3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BEAC62-AF92-4A65-9790-6F6E0C6C5A1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C77D7C5-E76E-4E82-BFC4-9A75D2C8089D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66E0152-96B9-4067-80D3-D9BDE6D7EC9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918AFCC-B9DA-4092-8FBA-2CFEDB0388E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1EC7D33-C87E-4812-A722-53C5D99272B5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5F239E3-501A-4C3C-9BE4-6BFA0D3126B7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B62BF3B-95BB-4188-AAE5-015A0EF3D18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14E5F0F-0124-40D0-A0BF-AE307A0E15F4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BADC3B1-26C7-4CF1-B29D-4D0DEA3E2633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0A7DF6E-1132-4A80-9B18-593B1ACD778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EF19589-10D8-4A8F-A0B1-F7CE380E3001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8E6BB32-C4F8-4914-88D3-7DC5E79D023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8F046EE-9DBA-4924-A19C-ED8741F5F81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AABBC44-ABA8-4913-824E-64D34472464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4272B22-1C39-47A0-8551-73666AFBE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8CDFF66-464C-4ABF-BB01-00500A3B75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079FC88-BD3B-4C04-9B90-0FC93C1792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1FCAED8-8687-4141-A7C3-0D88ACEDFEC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65038E6-7B32-460F-B804-D6C105FF44C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C5DAE85-AD17-454B-AB64-CEFF52FDAB9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C603643-2066-4967-AE4B-9DA143843B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37E9533-9B07-43E3-B939-7BADC01FEE8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DCCAAEE-AB2E-4534-893A-3DB109499FB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8BD39A2-970F-4714-AAA6-67EE99A0EAA9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F4A1387-348B-4E46-9B65-FDF76ED0EF20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F5DAF27-A54D-442A-93E4-BA7F04EAE379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EA265F-80A1-448D-A6EB-CE8D6F6EC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1/18/2022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15D00D-89E6-4E7A-9A4D-A8CCEB3BE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B5AEA-8C38-4776-878C-AB01474D9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308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C4853C57-22BC-4465-8B37-DC06FE5A0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2" y="314485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67C0A6-48E9-4845-9EBF-EF2A3DFD2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99914" cy="299658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8B542-2084-485C-ABFC-94340B4C7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672" y="708102"/>
            <a:ext cx="5656716" cy="543064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7791F-9546-470D-A174-D75285263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6544"/>
            <a:ext cx="4499914" cy="2162201"/>
          </a:xfrm>
        </p:spPr>
        <p:txBody>
          <a:bodyPr>
            <a:normAutofit/>
          </a:bodyPr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550D594-9D00-4E12-9A7B-8B78EC199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5DEA230-2680-47DD-BD49-FDBF4C1105A5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0BA61D-887F-46F1-B20D-EA4C38D467C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350DFBA-D16D-4AE0-8339-58C4089B94AD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F4AAAA5-CEFC-4C25-91D3-5AE49F720DA5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4D142AD-3FA3-43E4-8A61-61CF1E41568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C3755A3-93F4-4EC4-9635-7E89E4AF1D3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0BFB588-0AB8-4BD8-9272-1CA867726018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45A6DF3-CF29-4480-A235-EAE88D65A63C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D6FF036-365A-4C15-8E15-0D5BBEBCEA58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85E76FF-4E86-4E42-B67E-B11AAE8D3076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1A64CEE-7CED-4EB2-A414-6F2D91E824F9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12C571B-47A6-49EB-A29F-678368BAED9F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160B109-845C-4119-BB66-9887B3859A7D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68B7447-FF64-42D9-B3C6-2BDC6F547ED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FFF9B71-8653-450D-AFBE-2140D586FB5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F0B9E5A-C1DA-445C-A911-721DF98DDCDD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5C9A3DC-A478-4469-9359-34A435689F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7DE3299-EED7-4771-A270-F6B02941AD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434422A-5B59-41DC-8E2A-1A8244580E3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A176117-0990-434B-A9D9-B4B9043C544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7D6425E-C84A-462F-98F8-D0AB4FC3AF8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F13AB68-7321-4AC2-AC60-0F417877D07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E275CCE-D06F-49D0-8A47-372C5040330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D4B374E-EEBC-4A9C-B3B4-B269EC7198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D80A7E6-BBEF-4EF1-B14A-29F26BFCF8E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D7BC013-9B50-459D-8B8D-F756514A478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48964C0-675D-4807-B795-4B695A8F84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6911512-51A8-4CE7-A043-425C809EB5F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3C15D1E-0EDF-4AD7-90C7-3D8D64E645D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8265A2D-2A6A-4301-B59F-8BAD98D9A57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4A4907F-2D1D-49D1-882D-119AA5E1183B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A2284-37AB-43F5-98B8-8AB49DBFA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1/18/2022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8ABAA-E2F7-4C89-99ED-2C340220D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2EF12-B2CD-4F3C-9F19-A86915405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17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DDA6865-0A03-48FA-AD6E-D5BF8FDE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277E8EB-0DA2-40E4-AD12-1CCD0D262D0B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5BFE9F8-907A-4FFC-9FDE-2B51D238C4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BDDC323-8732-4007-BB81-1BE917E3B2FF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908FC40-8403-438D-95CA-E4EDC66192A9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411D218-3FEA-4455-9809-91F029FB55AE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541390F-BE50-4E4E-9DA2-B5F23F1A93D8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EB3F094-97B5-48E1-A4DE-8BEED255028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D4DBB43-CB34-4881-9445-A7FE131D5327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B71F972-027A-47F0-996C-84BFE4574050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C41353D-93C8-43F8-BBDE-7AB6B29EC38C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CF07B24-CBD8-4F09-81EB-504285F8E11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27873BB-1D79-4055-801C-BDA0F9A1513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008D42B-2F35-497E-A26D-9AF008619D4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7F57499-C4D9-4B7D-BADA-38462AA3164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271F2B9-1FFA-4350-9370-B098459A232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8FBAFFC-DC8F-4BB4-B405-E4AAA269AED4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94FCE64-D7A5-411A-8795-932DD39F95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0B4ECFC-FD43-44CF-B7FA-2A8C565140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9DFBC12-1E1D-44DE-9966-BAB05B2466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9BEF096-361C-478B-81EB-37584119BFE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FC81993-CE86-4910-B9CE-B69375BDCE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75613D7-9FB0-4D33-8784-EC059DE019C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520AFD9-E849-4F42-99B2-928E6098C29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A200B0B-91CD-4D66-ADFC-9585D283103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5DB0C45-30CE-4C85-95C6-FFF4977C64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DC31604-5F93-436D-A9D2-A48846D4E0D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FF1B965-7DE1-4AE3-B28B-DB6847BC52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D9FB65-4392-4D6A-8ACC-8151F682BFE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B40380C-3493-4AFE-BF13-AE68A8D244B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CB21DF1-4859-4991-9C10-F8FA68F41013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54AD212-17DC-4506-AAA0-34A46A0B11C3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5B556E7-762B-4E18-A961-A4F7A9ECF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34823" cy="3020519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7118AF-C54D-406D-AABE-AED6576D12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98672" y="713677"/>
            <a:ext cx="5304977" cy="543064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205CDEB9-8DED-4711-8140-4C943FC2C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314330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E13C3F-6360-4760-9477-C3831A6E2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0330"/>
            <a:ext cx="4434823" cy="2173992"/>
          </a:xfrm>
        </p:spPr>
        <p:txBody>
          <a:bodyPr/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92D3B-60EE-4FC5-9ED7-444530084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1/18/2022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CF831E-9B19-4936-8BC9-F62A9B11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71E1D1-F7A2-40D0-91DA-07468A965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832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BD70F-ACE4-4595-845E-2296BDF83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978CD9-E0B5-4B48-8366-91E6D22C9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AF4B4-44D3-4E29-B235-A1B868207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1/18/2022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7BA37-9639-480E-84AB-EA277225C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FC658-154E-48DE-AD31-813E5170C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038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65405209-5179-4359-91ED-1B1A46619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E32344F-3BE0-4CE8-B1BD-9ABD425E1C0D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99DE306-F4FB-4730-A066-ADF38D73956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CB32885-303F-477F-A081-27425944F230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60C0C0B-4CD0-467D-A382-2B2415102C48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788DF0F-327F-43A5-AB71-3D32053D83CA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98A0902-2662-4911-A532-AA6310861479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ABDA4F7-23F4-46D1-8B7E-A21DD84083E1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7FC9FC2-8808-438E-8FFB-5FE416BFB5C8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04694E5-71F9-4210-9BE8-FC12CC177BD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B37E805-A7E5-4906-B0C5-1373F3DA962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4CD964-FBD6-41AB-8A02-9509A2BAC11F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9CD7FF8-E827-4E0A-BCE2-CCB34EDAC0F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C4AD6BB-F1EE-4FB8-96E8-6890447800EC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E935057-E0A3-4DAE-B9C8-6E818D7A7205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08DDF69-1C14-453C-BC3A-37D3FE69DFC7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6C26D82-15BA-4B2E-A42D-2ECA8012D30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7F73B67-E5E9-4000-91DA-034B2127EFD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AFAC1B5-F0DD-4FC0-B4C9-77CB29DF44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ACB3DB-54B2-4CEE-A791-C6FC6C758DA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8324004-1030-47D9-B817-425FF6ECC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AA001C4-81AB-4FA6-ADAA-C8618056353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D1DAD34-7844-4F16-9874-F51F2A23B9E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7DCBC6D-1BDA-4CB1-A3EC-59F240C8FA1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5B3C1A0-58E7-47E4-831B-CF3EE21D1E9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8A09FAA-E123-4FE4-B67A-9EBDE1A313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317B7C6-C816-4A58-B184-135E4FD19F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4D22ABB-4CE8-47DC-80BF-39B3E4CF704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A17DE37-A292-4031-AF42-CDB00A13EE7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73EF673-CB75-435F-9BF3-7594EC3ADF8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35F4581-15F6-47EE-87D0-1132A093DBA5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65CF984-F5BD-45C4-9A12-B02DB4F044E1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ACE66A86-8455-497B-9CA4-F460A19E5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8900000">
            <a:off x="7770390" y="-28737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68C62B-71EF-4824-9EE8-6CAE179842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07774" y="715616"/>
            <a:ext cx="3295876" cy="502659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43E4C8-4AA9-49D7-BF71-1AB5F2CFE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3588" y="715616"/>
            <a:ext cx="6770448" cy="50265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898B3-014E-440B-BA4E-106339212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1/18/2022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22643-CE63-4C3E-B437-5A1A5EF91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1CE5E-160A-4B37-94E2-3D9DC75BF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021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BDF0D99C-5D42-41C6-A50C-C4E2D6B2A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F28962D-50BA-43F8-8863-28ECE711D3F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80F5939-D4E0-46FD-9A5A-5D648E38109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633D331-78CB-40A1-B167-8185EC5D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512E4B1-E78E-49E7-AA36-374CC1B084E4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7D46340-CBFC-490F-B44E-7AA8FBF58B05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575C26C-3EBD-4AA9-BA4D-2561E295D65D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35DB6BE-E065-4559-BF5C-36B56B379040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DA54272-CD9D-4F68-BBAB-4F0C0C3EC63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002CE8F-9256-4F2C-B474-58873717119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9C9DE9F-4252-401D-913E-B74C9E326F9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FE4E69B-534F-4A80-9E1C-798BEE1B079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7564E1C-009C-4832-AE8D-E98286693F0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305DF1C-5801-43F2-A8B9-5351369418C0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06E71C8-0783-4E17-9B34-F51231DD2954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08F17-2A89-4B0A-A2EA-692390969FE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BE22751-380F-44F9-BEED-0A553CF87BE5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7B27910-846F-4E4E-B588-F5B2E026FE9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6E0501E-134E-46D7-984F-3A382B0BB29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0A83974-CBD7-4A69-9D84-2D3BBDE027A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503E931-00D4-4B0C-BC69-49FE5C76651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97732A30-BE2F-4D71-BC37-60F7B44591B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C8EB840-DE7D-4E67-989C-F4D8F50E15B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F05D2CC2-53CC-487E-A72E-42B1E9B1846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3A12D6B-1D60-4F26-8FB9-74AD5B070BD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1895D00-2D63-443C-95A8-5EB6E5EECBF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AC50652-2A56-4382-95D0-971644EE0FA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A50A374-8880-482D-B54F-F74E0D7BE18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66364D8-CCC7-4AAF-94BC-766EC160D9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A0DC409-26E2-4453-89FD-745EA849BE7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39ED039-D66C-4A5E-AA35-E7A5FA2E64C2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C72C13DC-161E-49CF-96B5-5383AA052AB7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103067-48DA-458C-99F6-9921C19A8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14424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86862-507E-4F73-890F-3B77BCFA3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9" y="2340131"/>
            <a:ext cx="10325000" cy="3564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BC0BB-AF05-4753-9159-41A16FBFC3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3587" y="6215870"/>
            <a:ext cx="3843779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72BA41-EC5B-4197-BCC8-0FD2E523CD7A}" type="datetimeFigureOut">
              <a:rPr lang="en-US" smtClean="0"/>
              <a:pPr/>
              <a:t>1/18/2022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62F82-EA1A-4B02-8A64-3B44C0D9DA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1078" y="236364"/>
            <a:ext cx="4114800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5EF32-1CA9-4CDA-8182-2FB0C30A0F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3649" y="6215870"/>
            <a:ext cx="979151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15108C-154A-4A5A-9C05-91A49A422BA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63BAC6E0-ADAC-40FB-AF53-88FA5F837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4" y="151621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0094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89" r:id="rId6"/>
    <p:sldLayoutId id="2147483685" r:id="rId7"/>
    <p:sldLayoutId id="2147483686" r:id="rId8"/>
    <p:sldLayoutId id="2147483687" r:id="rId9"/>
    <p:sldLayoutId id="2147483688" r:id="rId10"/>
    <p:sldLayoutId id="214748369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187D111-0A9D-421B-84EB-FC5811C3A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EC7A2BB-E03E-436B-ABA5-3EBC8FB40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6DC0849-A033-4B02-97FE-B41AD9A866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3ADCA7D-864A-49AD-B820-102F220EA7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957E947-1347-4EB3-89EB-DF85D94E26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8B5FAB9-675C-4906-A39C-BCFD689294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C524971-DA3C-4B74-A99D-95CECD50C9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DBDB683-BC6A-4522-82A5-C7457201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41560A9-0B55-472F-8261-6951E27C52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D874A14-7926-47E8-947C-904C98B0E0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3E5598F-2EAC-49C0-B77B-95438A8EDD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C8993AC-196C-48AC-BCE3-3E71814D91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517F3CA-CF3E-4CD8-B001-2BDF09D767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5237402-E5C4-470B-955F-F3A8867765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315EAA5-98ED-4276-880E-4E3789CEAA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7F94794-653E-45B6-811B-8081788A0E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82DE38F-FC85-4274-8C84-8E75162E6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4AF14C3-798E-4C02-A6B4-165D003D72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53D4C15-2F93-446B-AF2D-82072EC01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09026E7-4EC6-47AE-A989-318A5CA6BA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56DEDA5A-47AA-4ED0-897C-C0B1873B6F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061821F-242E-4E40-B305-9048634C0F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20734AE8-EEDD-4DCB-9723-087DC2ECC6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96DB511B-1563-4336-AFBB-D561A7C0B4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5CEC4A9-4067-4D92-A28E-EE8152717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AB783B25-A3A3-45C4-B04C-A116442505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031178CD-3DE0-4C42-811C-7BC881FBF6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1926C508-8BE5-4ACF-A219-09B5D995BF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B58DEC2-3409-477A-84B4-A5D297FB01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EE3E226-6EDA-4FC4-B670-9590DD5CE7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6BC874A8-EE7F-4F92-AAEA-40B18D9391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23D647B-0C43-4C02-9BD2-A01859FD19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1C6DE01B-DD35-4B52-A72E-57E60E2263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218D3B53-4071-48E8-9CB1-4566DAFA0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79642" y="2600449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6CF5AA-CE56-4CD7-B166-02FC73BFAF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25" y="746840"/>
            <a:ext cx="5402454" cy="2510445"/>
          </a:xfrm>
        </p:spPr>
        <p:txBody>
          <a:bodyPr>
            <a:normAutofit/>
          </a:bodyPr>
          <a:lstStyle/>
          <a:p>
            <a:r>
              <a:rPr lang="en-US" dirty="0"/>
              <a:t>Battery Status Device 2.0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12E121-38F6-4177-80C1-4D72C6BCAE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4225" y="3425899"/>
            <a:ext cx="4879276" cy="2309737"/>
          </a:xfrm>
        </p:spPr>
        <p:txBody>
          <a:bodyPr>
            <a:normAutofit/>
          </a:bodyPr>
          <a:lstStyle/>
          <a:p>
            <a:r>
              <a:rPr lang="en-US" dirty="0" err="1"/>
              <a:t>RoboJackets</a:t>
            </a:r>
            <a:r>
              <a:rPr lang="en-US" dirty="0"/>
              <a:t> </a:t>
            </a:r>
            <a:r>
              <a:rPr lang="en-US" dirty="0" err="1"/>
              <a:t>RoboCup</a:t>
            </a:r>
            <a:r>
              <a:rPr lang="en-US" dirty="0"/>
              <a:t> - </a:t>
            </a:r>
            <a:r>
              <a:rPr lang="en-US" dirty="0" err="1"/>
              <a:t>Electical</a:t>
            </a:r>
            <a:endParaRPr lang="en-US" dirty="0"/>
          </a:p>
          <a:p>
            <a:r>
              <a:rPr lang="en-US" dirty="0"/>
              <a:t>By Parker Abramson and Alex Schroeder</a:t>
            </a:r>
          </a:p>
        </p:txBody>
      </p:sp>
      <p:pic>
        <p:nvPicPr>
          <p:cNvPr id="4" name="Picture 3" descr="Abstract smoke background">
            <a:extLst>
              <a:ext uri="{FF2B5EF4-FFF2-40B4-BE49-F238E27FC236}">
                <a16:creationId xmlns:a16="http://schemas.microsoft.com/office/drawing/2014/main" id="{B782AC5E-7A2D-41E2-8E40-F2B2EBDE235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904" r="23746"/>
          <a:stretch/>
        </p:blipFill>
        <p:spPr>
          <a:xfrm>
            <a:off x="6062050" y="-1554"/>
            <a:ext cx="6120571" cy="6857999"/>
          </a:xfrm>
          <a:custGeom>
            <a:avLst/>
            <a:gdLst/>
            <a:ahLst/>
            <a:cxnLst/>
            <a:rect l="l" t="t" r="r" b="b"/>
            <a:pathLst>
              <a:path w="6129950" h="6861439">
                <a:moveTo>
                  <a:pt x="1687527" y="0"/>
                </a:moveTo>
                <a:lnTo>
                  <a:pt x="6129950" y="0"/>
                </a:lnTo>
                <a:lnTo>
                  <a:pt x="6129950" y="6858000"/>
                </a:lnTo>
                <a:lnTo>
                  <a:pt x="5040333" y="6858000"/>
                </a:lnTo>
                <a:lnTo>
                  <a:pt x="5040333" y="6861439"/>
                </a:lnTo>
                <a:lnTo>
                  <a:pt x="272442" y="6861439"/>
                </a:lnTo>
                <a:lnTo>
                  <a:pt x="196402" y="6549696"/>
                </a:lnTo>
                <a:cubicBezTo>
                  <a:pt x="-517926" y="3427393"/>
                  <a:pt x="946083" y="3323532"/>
                  <a:pt x="946083" y="1"/>
                </a:cubicBezTo>
                <a:lnTo>
                  <a:pt x="1687527" y="1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713827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663BDD8-36FC-48B0-8862-3B51BE4F77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2086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188C579-6F01-4060-BF31-C045C99A6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CBA8DA8-7039-4026-8733-D3F4908603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4B834BE-C330-4AFA-9B27-8969E16F05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141B717-A199-4EEE-8434-CBC9E5DDEA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B5222AF-AB0D-4F6E-896E-C17796EB66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7C2DAFE-2FB9-4D8D-BD2D-ED9F5F84F2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EF3CD814-26D5-4D79-87E0-19D14406A6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27D5AAA-C842-4E1C-BC3A-1075F625F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5A2BF58-94DC-466E-8A14-22A3DB4795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EB34C7E0-0590-48E8-96F6-F360D134B6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6C0978ED-0E33-431F-AB9B-9982B4ABCD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B69CC66-E364-4939-9117-F8C4F07AC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8F26B350-296D-48C7-BC91-284315CE9A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6EF6201-58A9-4F7B-84D5-9B02266EC1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37A0E2A-071B-4227-ACA6-A749AB0DC6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B607F85-6A97-46C7-B9BC-B8505E1D67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2CE1BD4B-04FC-4BDC-A11E-35BD219580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AF4F244-77B9-4EB1-AD29-2582BBCFF3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756CFC8A-72E2-4020-90D4-EE0E7DB39B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0F84F9E-4134-4152-959A-C2871B8013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5FEA8FE-6283-4B9B-BEDC-A1E7B16612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03E4F08-4425-45C0-A346-73394B795B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9ECBF93D-BA10-477C-B721-ABCBD81D0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FF94D0A0-D5E2-47F4-B493-370EA21A26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B0E9B354-9221-4A81-BFAE-3F702FB537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49066CD6-AB8B-4DAA-9790-FE285D7932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CD472A8-84A4-4E1A-83B4-DE91C32E6A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C8D1A4B-4E3D-422F-984A-9891E2DDFD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146BA3F-F373-412C-869A-D8736E034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B07C00C-AFB6-4E7D-87B9-44268CE733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6D7C4703-6318-4A09-87E7-1D19FB1ADA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A3DFFC6F-F715-482D-BC44-6DE29BEDF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42DA35F9-950C-4AD3-AAD4-731D45E423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4142" y="2068181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63D5A0-5675-427E-B95B-6A8E4C864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1926288"/>
          </a:xfrm>
        </p:spPr>
        <p:txBody>
          <a:bodyPr>
            <a:normAutofit/>
          </a:bodyPr>
          <a:lstStyle/>
          <a:p>
            <a:r>
              <a:rPr lang="en-US" dirty="0"/>
              <a:t>Schedule List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37D4C29-54D8-4A69-97B9-D0A807527E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7278971"/>
              </p:ext>
            </p:extLst>
          </p:nvPr>
        </p:nvGraphicFramePr>
        <p:xfrm>
          <a:off x="690563" y="2883015"/>
          <a:ext cx="10325100" cy="32572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126284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2FD1FEA2-AFB3-4160-AD46-30A8072964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514AF8D4-8E5C-4E3A-999F-1FE86654EE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AA8BE230-DCEC-4180-B5D3-EA65C4A34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4034248-80AA-4C75-A898-0CBAF23E74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B27431FC-0100-44D0-999E-3EF9B361E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B71491DF-0796-4A80-B724-6CAAD85E57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3FFC75-C94A-4427-85D1-26F0028AC6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C0F1554D-792C-4554-B623-F99A47B1B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46371075-9273-4FF4-A45B-606B943060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7844A38F-298C-477B-8764-0A32E50DD6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9F78CA47-3A09-4651-B57D-690F14C783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CB69771-B806-4E29-834E-E0BBE273B8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027EE3C0-1B82-43F3-AF55-5D1D6FBF47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91898DA7-BA6E-4B4C-8139-596D59F482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8F121E84-2FAA-4948-B3B3-F1FE69ED87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F1C2C1AC-3864-47AA-B22A-D350A3A04E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DFADCA4-3AD3-4D6C-81B7-259F203594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46D515CD-A4F0-4B0A-B6BB-11A2774FBB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5CB97DD1-8D17-426C-BC2A-B34FE58368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05865967-B063-41EC-85BC-A5CF90367E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FBC63DB2-5B99-42B5-9B7F-826B0BD876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46B694AB-9FC1-4857-A6CD-1FEC6D183D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C42AE103-97D9-407D-BCE0-9FA4756612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730AC9FC-9BF1-4F78-B0F9-4E024D0C6D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6C77E885-6F2C-4E94-88DF-7E6BEF98AC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262840B5-21D6-4B05-802E-549F1A92A1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3B21055F-E4D5-474F-B6C7-C44BC1244B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8C49B031-FD8F-422C-AA54-9FB4826008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FAF843B0-2A4F-4989-8B91-BDB7FECE7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90BC5B75-FAF9-427D-BD65-D37C1BF973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B0BFA052-2C6E-4F70-BF95-50DAC0649E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CDD7C7F8-6562-470D-B38E-21F56B2AB2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06C7B2A1-F80D-4F4A-88E1-5FFB02B703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Right Triangle 88">
            <a:extLst>
              <a:ext uri="{FF2B5EF4-FFF2-40B4-BE49-F238E27FC236}">
                <a16:creationId xmlns:a16="http://schemas.microsoft.com/office/drawing/2014/main" id="{9AA2BC59-928B-43C3-B9E7-D77D4F3EE7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95947" y="1516209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6EC348-8EB0-4784-88B0-986B11FEF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2"/>
            <a:ext cx="10325000" cy="1387118"/>
          </a:xfrm>
        </p:spPr>
        <p:txBody>
          <a:bodyPr>
            <a:normAutofit/>
          </a:bodyPr>
          <a:lstStyle/>
          <a:p>
            <a:r>
              <a:rPr lang="en-US" dirty="0"/>
              <a:t>Project 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2B00C9-BA38-4D48-A5E8-371BB870D3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2547" y="2340129"/>
            <a:ext cx="9787653" cy="383683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400" dirty="0"/>
              <a:t>An off-robot device to determine the robot’s battery level by measuring its voltage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/>
              <a:t>Contains a numerical 3-digit LED display which displays the voltage measurement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/>
              <a:t>Also interprets battery voltage with 3 LEDs (red, yellow, and green lights for low, medium, and high battery)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/>
              <a:t>Has buzzer as well which buzzes when the battery’s voltage is low</a:t>
            </a:r>
          </a:p>
        </p:txBody>
      </p:sp>
    </p:spTree>
    <p:extLst>
      <p:ext uri="{BB962C8B-B14F-4D97-AF65-F5344CB8AC3E}">
        <p14:creationId xmlns:p14="http://schemas.microsoft.com/office/powerpoint/2010/main" val="2125788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oup 70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4" name="Right Triangle 103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106" name="Rectangle 105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B19EC7B8-C390-4F1B-8960-E6D324510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7CEE1CC1-2CD0-4957-8A12-48FA80C0CC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34901FEB-A7C2-457B-A124-AD433B041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C76048A8-79AA-454C-BD3E-3004F7426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77B51975-25FE-4328-9815-2AA302F28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B440B47E-6D3E-4978-B887-B53DA0BFF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FD94D0A1-D760-40DE-B758-008B93D58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F9E590CB-0538-40D7-9CAC-1BBD39CC2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5D7C67DA-B2AA-46E2-8065-1F862A6F72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C0C2ED54-1B65-4F4A-B14B-41FC05B372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EAE5BBBC-F576-4D54-BF67-C00BB1F4F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90D490E7-12F8-40DC-A9C1-D119667EEF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6C855383-9F21-4BDA-8FCA-22AF3D69FF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FC3E600C-E08A-418E-B30E-2B0FC15DF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980D58F-BD3F-4B47-9BD2-888B0D9D19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43544818-9B28-4A71-8D7B-80727A5326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101FFBC7-035F-48C5-91FA-4A4973FC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D6195BC5-BB4E-4F3F-8378-0B308B4252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02404171-AF5C-4FA1-9D4E-DCF75562BD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BAD45A86-9385-473D-9DBF-565E0A94AF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DBA5A228-913F-4D4F-AB25-537293624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A87E8BFE-D92E-4EB3-ADD1-FB75CAA68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08756FCD-8335-4089-B4EE-13D629E53E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A9707D7B-937E-4DC3-87BA-B7B7042682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AB1A72DC-3F29-4488-9051-C21E1CBB7E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956DAD76-815C-4F16-98CF-8E8BE1965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1AF2F8C5-6691-4EBD-B42E-4B17DF1ED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D32ED14D-1C00-41C8-849C-030A1434E4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62F296F5-9867-45CA-BF0A-EF216F6A8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53B72471-9DB5-428B-AF52-E11E03B9FD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656B49-5277-4610-BD7B-F5D98170B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F1A47399-8F78-4DB1-BD21-1166BCB267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1" name="Right Triangle 140">
            <a:extLst>
              <a:ext uri="{FF2B5EF4-FFF2-40B4-BE49-F238E27FC236}">
                <a16:creationId xmlns:a16="http://schemas.microsoft.com/office/drawing/2014/main" id="{F952A221-69C2-46B3-890D-354CA5961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5810332" y="-28672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8F0EC4-D3D5-4095-B37F-8531A1095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9071" y="722904"/>
            <a:ext cx="9821130" cy="107590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Block Diagram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997B0BA-2D99-4AEB-B2E7-EA43BB8EF6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68450" y="1968469"/>
            <a:ext cx="10100733" cy="4444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077B7B7-3A9E-4CE9-9C69-2614209C7A07}"/>
              </a:ext>
            </a:extLst>
          </p:cNvPr>
          <p:cNvSpPr txBox="1"/>
          <p:nvPr/>
        </p:nvSpPr>
        <p:spPr>
          <a:xfrm>
            <a:off x="3724977" y="399266"/>
            <a:ext cx="48195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System Summary</a:t>
            </a:r>
          </a:p>
        </p:txBody>
      </p:sp>
    </p:spTree>
    <p:extLst>
      <p:ext uri="{BB962C8B-B14F-4D97-AF65-F5344CB8AC3E}">
        <p14:creationId xmlns:p14="http://schemas.microsoft.com/office/powerpoint/2010/main" val="31347332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iagram, schematic&#10;&#10;Description automatically generated">
            <a:extLst>
              <a:ext uri="{FF2B5EF4-FFF2-40B4-BE49-F238E27FC236}">
                <a16:creationId xmlns:a16="http://schemas.microsoft.com/office/drawing/2014/main" id="{53B8D4B8-2313-4A6B-90E0-1B433C835C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398" y="2302548"/>
            <a:ext cx="3974439" cy="3164831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80D31DF2-86CC-45E1-B088-7ADF43B87BFD}"/>
              </a:ext>
            </a:extLst>
          </p:cNvPr>
          <p:cNvGrpSpPr>
            <a:grpSpLocks noChangeAspect="1"/>
          </p:cNvGrpSpPr>
          <p:nvPr/>
        </p:nvGrpSpPr>
        <p:grpSpPr>
          <a:xfrm>
            <a:off x="8762825" y="0"/>
            <a:ext cx="3429176" cy="6827660"/>
            <a:chOff x="8985085" y="0"/>
            <a:chExt cx="3206915" cy="6385127"/>
          </a:xfrm>
        </p:grpSpPr>
        <p:pic>
          <p:nvPicPr>
            <p:cNvPr id="6" name="Picture 5" descr="Diagram, schematic&#10;&#10;Description automatically generated">
              <a:extLst>
                <a:ext uri="{FF2B5EF4-FFF2-40B4-BE49-F238E27FC236}">
                  <a16:creationId xmlns:a16="http://schemas.microsoft.com/office/drawing/2014/main" id="{09472594-8982-41AD-96D8-5022EC9468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91436" y="0"/>
              <a:ext cx="3200564" cy="3753043"/>
            </a:xfrm>
            <a:prstGeom prst="rect">
              <a:avLst/>
            </a:prstGeom>
          </p:spPr>
        </p:pic>
        <p:pic>
          <p:nvPicPr>
            <p:cNvPr id="8" name="Picture 7" descr="Diagram, schematic&#10;&#10;Description automatically generated">
              <a:extLst>
                <a:ext uri="{FF2B5EF4-FFF2-40B4-BE49-F238E27FC236}">
                  <a16:creationId xmlns:a16="http://schemas.microsoft.com/office/drawing/2014/main" id="{D49CF3C0-4DF6-4F6F-ACB4-AAD1E3AFF82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85085" y="3597334"/>
              <a:ext cx="3206915" cy="2787793"/>
            </a:xfrm>
            <a:prstGeom prst="rect">
              <a:avLst/>
            </a:prstGeom>
          </p:spPr>
        </p:pic>
      </p:grpSp>
      <p:pic>
        <p:nvPicPr>
          <p:cNvPr id="11" name="Picture 10" descr="Diagram, schematic&#10;&#10;Description automatically generated">
            <a:extLst>
              <a:ext uri="{FF2B5EF4-FFF2-40B4-BE49-F238E27FC236}">
                <a16:creationId xmlns:a16="http://schemas.microsoft.com/office/drawing/2014/main" id="{1F48A9DA-0DA5-4D32-9386-00B90C7C17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4080" y="2440967"/>
            <a:ext cx="3808141" cy="297835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798DD24-B968-4C87-B6BB-27707AE4A36F}"/>
              </a:ext>
            </a:extLst>
          </p:cNvPr>
          <p:cNvSpPr txBox="1"/>
          <p:nvPr/>
        </p:nvSpPr>
        <p:spPr>
          <a:xfrm>
            <a:off x="762319" y="518160"/>
            <a:ext cx="686258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JST Pins, Programming Header, and MOSFET</a:t>
            </a:r>
          </a:p>
        </p:txBody>
      </p:sp>
    </p:spTree>
    <p:extLst>
      <p:ext uri="{BB962C8B-B14F-4D97-AF65-F5344CB8AC3E}">
        <p14:creationId xmlns:p14="http://schemas.microsoft.com/office/powerpoint/2010/main" val="11413345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8DE7F-CF37-480C-B631-29AC9E2CC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072" y="818343"/>
            <a:ext cx="10501177" cy="1009644"/>
          </a:xfrm>
        </p:spPr>
        <p:txBody>
          <a:bodyPr anchor="ctr" anchorCtr="0"/>
          <a:lstStyle/>
          <a:p>
            <a:r>
              <a:rPr lang="en-US" dirty="0"/>
              <a:t>Microcontroller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96AAC6C-91AD-4601-873E-2A059C5BB291}"/>
              </a:ext>
            </a:extLst>
          </p:cNvPr>
          <p:cNvGrpSpPr>
            <a:grpSpLocks noChangeAspect="1"/>
          </p:cNvGrpSpPr>
          <p:nvPr/>
        </p:nvGrpSpPr>
        <p:grpSpPr>
          <a:xfrm>
            <a:off x="4017392" y="0"/>
            <a:ext cx="8071308" cy="6788269"/>
            <a:chOff x="2304093" y="-515926"/>
            <a:chExt cx="8684749" cy="7304195"/>
          </a:xfrm>
        </p:grpSpPr>
        <p:pic>
          <p:nvPicPr>
            <p:cNvPr id="4" name="Picture 3" descr="Diagram, schematic&#10;&#10;Description automatically generated">
              <a:extLst>
                <a:ext uri="{FF2B5EF4-FFF2-40B4-BE49-F238E27FC236}">
                  <a16:creationId xmlns:a16="http://schemas.microsoft.com/office/drawing/2014/main" id="{6FB710C1-55AC-44AC-82D6-F618877629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36516" y="-515926"/>
              <a:ext cx="4311872" cy="3187864"/>
            </a:xfrm>
            <a:prstGeom prst="rect">
              <a:avLst/>
            </a:prstGeom>
          </p:spPr>
        </p:pic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60394046-4867-427C-BCD4-EDB4796957C6}"/>
                </a:ext>
              </a:extLst>
            </p:cNvPr>
            <p:cNvGrpSpPr/>
            <p:nvPr/>
          </p:nvGrpSpPr>
          <p:grpSpPr>
            <a:xfrm>
              <a:off x="2304093" y="2225040"/>
              <a:ext cx="8684749" cy="4563229"/>
              <a:chOff x="2304093" y="2225040"/>
              <a:chExt cx="8684749" cy="4563229"/>
            </a:xfrm>
          </p:grpSpPr>
          <p:pic>
            <p:nvPicPr>
              <p:cNvPr id="8" name="Picture 7" descr="Diagram, schematic&#10;&#10;Description automatically generated">
                <a:extLst>
                  <a:ext uri="{FF2B5EF4-FFF2-40B4-BE49-F238E27FC236}">
                    <a16:creationId xmlns:a16="http://schemas.microsoft.com/office/drawing/2014/main" id="{CA91C109-6510-40CE-A0B8-47EBF0B87EE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5014"/>
              <a:stretch/>
            </p:blipFill>
            <p:spPr>
              <a:xfrm>
                <a:off x="6791276" y="2443020"/>
                <a:ext cx="4197566" cy="3060060"/>
              </a:xfrm>
              <a:prstGeom prst="rect">
                <a:avLst/>
              </a:prstGeom>
            </p:spPr>
          </p:pic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38619C8B-5120-4EE7-B00E-BACC2F7197C6}"/>
                  </a:ext>
                </a:extLst>
              </p:cNvPr>
              <p:cNvGrpSpPr/>
              <p:nvPr/>
            </p:nvGrpSpPr>
            <p:grpSpPr>
              <a:xfrm>
                <a:off x="2304093" y="2225040"/>
                <a:ext cx="5528721" cy="4563229"/>
                <a:chOff x="2304093" y="2225040"/>
                <a:chExt cx="5528721" cy="4563229"/>
              </a:xfrm>
            </p:grpSpPr>
            <p:pic>
              <p:nvPicPr>
                <p:cNvPr id="6" name="Picture 5" descr="Diagram&#10;&#10;Description automatically generated">
                  <a:extLst>
                    <a:ext uri="{FF2B5EF4-FFF2-40B4-BE49-F238E27FC236}">
                      <a16:creationId xmlns:a16="http://schemas.microsoft.com/office/drawing/2014/main" id="{CB9F71B6-956B-4407-92E5-EA37F4C4457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6494"/>
                <a:stretch/>
              </p:blipFill>
              <p:spPr>
                <a:xfrm>
                  <a:off x="2304093" y="2225040"/>
                  <a:ext cx="2654436" cy="3402433"/>
                </a:xfrm>
                <a:prstGeom prst="rect">
                  <a:avLst/>
                </a:prstGeom>
              </p:spPr>
            </p:pic>
            <p:pic>
              <p:nvPicPr>
                <p:cNvPr id="10" name="Picture 9" descr="Diagram&#10;&#10;Description automatically generated">
                  <a:extLst>
                    <a:ext uri="{FF2B5EF4-FFF2-40B4-BE49-F238E27FC236}">
                      <a16:creationId xmlns:a16="http://schemas.microsoft.com/office/drawing/2014/main" id="{031DF705-9D08-4214-913D-1F6EB3825CC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940064" y="4514852"/>
                  <a:ext cx="3892750" cy="2273417"/>
                </a:xfrm>
                <a:prstGeom prst="rect">
                  <a:avLst/>
                </a:prstGeom>
              </p:spPr>
            </p:pic>
          </p:grpSp>
        </p:grp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9A3844D-EC75-4818-977C-29DD4CA3BC32}"/>
              </a:ext>
            </a:extLst>
          </p:cNvPr>
          <p:cNvSpPr txBox="1"/>
          <p:nvPr/>
        </p:nvSpPr>
        <p:spPr>
          <a:xfrm>
            <a:off x="630838" y="2118565"/>
            <a:ext cx="3773216" cy="4113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Pins 1–4, 9, 15-17, 21-25, and 30-32 for digital display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lang="en-US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Pins 6–8, 26 for programming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lang="en-US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Pins 10-14 for analog input from voltage divider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lang="en-US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Pins 19 and 29 for ground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lang="en-US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Pins 18 and 28 for 3.3V</a:t>
            </a:r>
          </a:p>
        </p:txBody>
      </p:sp>
    </p:spTree>
    <p:extLst>
      <p:ext uri="{BB962C8B-B14F-4D97-AF65-F5344CB8AC3E}">
        <p14:creationId xmlns:p14="http://schemas.microsoft.com/office/powerpoint/2010/main" val="1578125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71F61-F8FB-48FD-89C5-F37937971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474" y="327259"/>
            <a:ext cx="10501177" cy="1005918"/>
          </a:xfrm>
        </p:spPr>
        <p:txBody>
          <a:bodyPr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Microcontroller Key</a:t>
            </a:r>
          </a:p>
        </p:txBody>
      </p:sp>
      <p:pic>
        <p:nvPicPr>
          <p:cNvPr id="4" name="Picture 3" descr="Graphical user interface&#10;&#10;Description automatically generated">
            <a:extLst>
              <a:ext uri="{FF2B5EF4-FFF2-40B4-BE49-F238E27FC236}">
                <a16:creationId xmlns:a16="http://schemas.microsoft.com/office/drawing/2014/main" id="{98B6B254-B4CB-468C-B6D2-429DE635F7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2535" y="249582"/>
            <a:ext cx="6066602" cy="6171954"/>
          </a:xfrm>
          <a:prstGeom prst="rect">
            <a:avLst/>
          </a:prstGeom>
        </p:spPr>
      </p:pic>
      <p:pic>
        <p:nvPicPr>
          <p:cNvPr id="6" name="Picture 5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9B9AD633-6A62-4E3C-BC31-10BA3693EF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917" y="2733575"/>
            <a:ext cx="5603726" cy="2342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4394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7B73C-C0F3-4277-981E-9D90D2604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101" y="269075"/>
            <a:ext cx="10501177" cy="1004297"/>
          </a:xfrm>
        </p:spPr>
        <p:txBody>
          <a:bodyPr anchor="ctr" anchorCtr="0">
            <a:normAutofit/>
          </a:bodyPr>
          <a:lstStyle/>
          <a:p>
            <a:r>
              <a:rPr lang="en-US" sz="3600" dirty="0">
                <a:solidFill>
                  <a:schemeClr val="bg1">
                    <a:lumMod val="50000"/>
                  </a:schemeClr>
                </a:solidFill>
              </a:rPr>
              <a:t>Voltage Divider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539BF1B-F932-4CCB-B330-D8824C120B1F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1491916"/>
            <a:ext cx="12347077" cy="4520317"/>
            <a:chOff x="-1592472" y="1583112"/>
            <a:chExt cx="13938351" cy="5102889"/>
          </a:xfrm>
        </p:grpSpPr>
        <p:pic>
          <p:nvPicPr>
            <p:cNvPr id="4" name="Picture 3" descr="Diagram, schematic&#10;&#10;Description automatically generated">
              <a:extLst>
                <a:ext uri="{FF2B5EF4-FFF2-40B4-BE49-F238E27FC236}">
                  <a16:creationId xmlns:a16="http://schemas.microsoft.com/office/drawing/2014/main" id="{988EBE33-BD28-4762-9AA5-F7950531681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485" r="11024" b="47743"/>
            <a:stretch/>
          </p:blipFill>
          <p:spPr>
            <a:xfrm>
              <a:off x="-635656" y="1638169"/>
              <a:ext cx="4937760" cy="1944631"/>
            </a:xfrm>
            <a:prstGeom prst="rect">
              <a:avLst/>
            </a:prstGeom>
          </p:spPr>
        </p:pic>
        <p:pic>
          <p:nvPicPr>
            <p:cNvPr id="6" name="Picture 5" descr="Diagram, schematic&#10;&#10;Description automatically generated">
              <a:extLst>
                <a:ext uri="{FF2B5EF4-FFF2-40B4-BE49-F238E27FC236}">
                  <a16:creationId xmlns:a16="http://schemas.microsoft.com/office/drawing/2014/main" id="{08523F6B-47FC-4CCD-BEFA-2AFC269598C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454" r="5584" b="48696"/>
            <a:stretch/>
          </p:blipFill>
          <p:spPr>
            <a:xfrm>
              <a:off x="4744399" y="1583112"/>
              <a:ext cx="5034012" cy="1954772"/>
            </a:xfrm>
            <a:prstGeom prst="rect">
              <a:avLst/>
            </a:prstGeom>
          </p:spPr>
        </p:pic>
        <p:pic>
          <p:nvPicPr>
            <p:cNvPr id="8" name="Picture 7" descr="Diagram, schematic&#10;&#10;Description automatically generated">
              <a:extLst>
                <a:ext uri="{FF2B5EF4-FFF2-40B4-BE49-F238E27FC236}">
                  <a16:creationId xmlns:a16="http://schemas.microsoft.com/office/drawing/2014/main" id="{35DAC9F9-FD5A-430A-B42F-6CFEFE4656D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832" b="50000"/>
            <a:stretch/>
          </p:blipFill>
          <p:spPr>
            <a:xfrm>
              <a:off x="10080946" y="1583382"/>
              <a:ext cx="2264933" cy="1889222"/>
            </a:xfrm>
            <a:prstGeom prst="rect">
              <a:avLst/>
            </a:prstGeom>
          </p:spPr>
        </p:pic>
        <p:pic>
          <p:nvPicPr>
            <p:cNvPr id="10" name="Picture 9" descr="Diagram, schematic&#10;&#10;Description automatically generated">
              <a:extLst>
                <a:ext uri="{FF2B5EF4-FFF2-40B4-BE49-F238E27FC236}">
                  <a16:creationId xmlns:a16="http://schemas.microsoft.com/office/drawing/2014/main" id="{374838E9-ED3B-4B1F-824A-C88CE1AAC5F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09" r="2182"/>
            <a:stretch/>
          </p:blipFill>
          <p:spPr>
            <a:xfrm>
              <a:off x="-1592472" y="3574340"/>
              <a:ext cx="5385605" cy="3111661"/>
            </a:xfrm>
            <a:prstGeom prst="rect">
              <a:avLst/>
            </a:prstGeom>
          </p:spPr>
        </p:pic>
        <p:pic>
          <p:nvPicPr>
            <p:cNvPr id="12" name="Picture 11" descr="Diagram, schematic&#10;&#10;Description automatically generated">
              <a:extLst>
                <a:ext uri="{FF2B5EF4-FFF2-40B4-BE49-F238E27FC236}">
                  <a16:creationId xmlns:a16="http://schemas.microsoft.com/office/drawing/2014/main" id="{3273A2BF-63DD-41EA-B7F2-1663BBFC918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3"/>
            <a:stretch/>
          </p:blipFill>
          <p:spPr>
            <a:xfrm>
              <a:off x="3793133" y="3536240"/>
              <a:ext cx="5505733" cy="3111660"/>
            </a:xfrm>
            <a:prstGeom prst="rect">
              <a:avLst/>
            </a:prstGeom>
          </p:spPr>
        </p:pic>
        <p:pic>
          <p:nvPicPr>
            <p:cNvPr id="14" name="Picture 13" descr="Diagram, schematic&#10;&#10;Description automatically generated">
              <a:extLst>
                <a:ext uri="{FF2B5EF4-FFF2-40B4-BE49-F238E27FC236}">
                  <a16:creationId xmlns:a16="http://schemas.microsoft.com/office/drawing/2014/main" id="{E2B901C5-477E-4427-A706-5C0D9599C08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02" t="1388"/>
            <a:stretch/>
          </p:blipFill>
          <p:spPr>
            <a:xfrm>
              <a:off x="9298866" y="3472180"/>
              <a:ext cx="2507051" cy="306847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666574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32A67-133A-4ECE-9D58-45AA5CB41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645892"/>
            <a:ext cx="10501177" cy="817145"/>
          </a:xfrm>
        </p:spPr>
        <p:txBody>
          <a:bodyPr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Voltage Regulator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1FC6DC8-4FEC-4F7D-A016-77D576F52E75}"/>
              </a:ext>
            </a:extLst>
          </p:cNvPr>
          <p:cNvGrpSpPr>
            <a:grpSpLocks noChangeAspect="1"/>
          </p:cNvGrpSpPr>
          <p:nvPr/>
        </p:nvGrpSpPr>
        <p:grpSpPr>
          <a:xfrm>
            <a:off x="419265" y="1828800"/>
            <a:ext cx="11343051" cy="4306297"/>
            <a:chOff x="419266" y="2382054"/>
            <a:chExt cx="9885746" cy="3753043"/>
          </a:xfrm>
        </p:grpSpPr>
        <p:pic>
          <p:nvPicPr>
            <p:cNvPr id="4" name="Picture 3" descr="Text, letter&#10;&#10;Description automatically generated">
              <a:extLst>
                <a:ext uri="{FF2B5EF4-FFF2-40B4-BE49-F238E27FC236}">
                  <a16:creationId xmlns:a16="http://schemas.microsoft.com/office/drawing/2014/main" id="{09DD1C25-1AA2-4F53-8E23-A01DE8D1E2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9266" y="2382054"/>
              <a:ext cx="6540836" cy="3753043"/>
            </a:xfrm>
            <a:prstGeom prst="rect">
              <a:avLst/>
            </a:prstGeom>
          </p:spPr>
        </p:pic>
        <p:pic>
          <p:nvPicPr>
            <p:cNvPr id="6" name="Picture 5" descr="Diagram, schematic&#10;&#10;Description automatically generated">
              <a:extLst>
                <a:ext uri="{FF2B5EF4-FFF2-40B4-BE49-F238E27FC236}">
                  <a16:creationId xmlns:a16="http://schemas.microsoft.com/office/drawing/2014/main" id="{B7FC3535-896F-42A1-9668-1D1F8A6EFAC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69"/>
            <a:stretch/>
          </p:blipFill>
          <p:spPr>
            <a:xfrm>
              <a:off x="6689558" y="2386502"/>
              <a:ext cx="3615454" cy="37212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612376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F8B98-8A31-469D-8CB9-B74B06EEA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827" y="212177"/>
            <a:ext cx="10501177" cy="923017"/>
          </a:xfrm>
        </p:spPr>
        <p:txBody>
          <a:bodyPr anchor="ctr" anchorCtr="0">
            <a:norm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Output: Numerical LED Display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" name="Picture 3" descr="Diagram, schematic&#10;&#10;Description automatically generated">
            <a:extLst>
              <a:ext uri="{FF2B5EF4-FFF2-40B4-BE49-F238E27FC236}">
                <a16:creationId xmlns:a16="http://schemas.microsoft.com/office/drawing/2014/main" id="{2069078A-A089-4A9F-BC13-1DCBF73210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7044" y="1628896"/>
            <a:ext cx="6698178" cy="4919235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7CC8180B-D4CD-450C-8BFA-736DF9E43CFF}"/>
              </a:ext>
            </a:extLst>
          </p:cNvPr>
          <p:cNvGrpSpPr>
            <a:grpSpLocks noChangeAspect="1"/>
          </p:cNvGrpSpPr>
          <p:nvPr/>
        </p:nvGrpSpPr>
        <p:grpSpPr>
          <a:xfrm>
            <a:off x="9436208" y="309868"/>
            <a:ext cx="1859508" cy="6238263"/>
            <a:chOff x="9147450" y="-491982"/>
            <a:chExt cx="2044805" cy="6859894"/>
          </a:xfrm>
        </p:grpSpPr>
        <p:pic>
          <p:nvPicPr>
            <p:cNvPr id="6" name="Picture 5" descr="Diagram, schematic&#10;&#10;Description automatically generated">
              <a:extLst>
                <a:ext uri="{FF2B5EF4-FFF2-40B4-BE49-F238E27FC236}">
                  <a16:creationId xmlns:a16="http://schemas.microsoft.com/office/drawing/2014/main" id="{D860CA71-3CE6-486A-AEFC-4096049DA4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47450" y="-491982"/>
              <a:ext cx="2044805" cy="3772094"/>
            </a:xfrm>
            <a:prstGeom prst="rect">
              <a:avLst/>
            </a:prstGeom>
          </p:spPr>
        </p:pic>
        <p:pic>
          <p:nvPicPr>
            <p:cNvPr id="8" name="Picture 7" descr="Diagram, schematic&#10;&#10;Description automatically generated">
              <a:extLst>
                <a:ext uri="{FF2B5EF4-FFF2-40B4-BE49-F238E27FC236}">
                  <a16:creationId xmlns:a16="http://schemas.microsoft.com/office/drawing/2014/main" id="{E7FEF8EC-02D0-4DB4-8E9F-3B3E0734D87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42705" y="2995889"/>
              <a:ext cx="1949550" cy="3372023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2E20B9D7-FA7B-4AE3-BA86-13264ABE720B}"/>
              </a:ext>
            </a:extLst>
          </p:cNvPr>
          <p:cNvSpPr txBox="1"/>
          <p:nvPr/>
        </p:nvSpPr>
        <p:spPr>
          <a:xfrm>
            <a:off x="671827" y="1058880"/>
            <a:ext cx="23196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>
                    <a:lumMod val="50000"/>
                  </a:schemeClr>
                </a:solidFill>
              </a:rPr>
              <a:t>First Digit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263398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F8B98-8A31-469D-8CB9-B74B06EEA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827" y="212177"/>
            <a:ext cx="10501177" cy="923017"/>
          </a:xfrm>
        </p:spPr>
        <p:txBody>
          <a:bodyPr anchor="ctr" anchorCtr="0">
            <a:norm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Output: Numerical LED Display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20B9D7-FA7B-4AE3-BA86-13264ABE720B}"/>
              </a:ext>
            </a:extLst>
          </p:cNvPr>
          <p:cNvSpPr txBox="1"/>
          <p:nvPr/>
        </p:nvSpPr>
        <p:spPr>
          <a:xfrm>
            <a:off x="671826" y="1058880"/>
            <a:ext cx="30820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>
                    <a:lumMod val="50000"/>
                  </a:schemeClr>
                </a:solidFill>
              </a:rPr>
              <a:t>Second Digit</a:t>
            </a:r>
            <a:endParaRPr lang="en-US" sz="3600" dirty="0"/>
          </a:p>
        </p:txBody>
      </p:sp>
      <p:pic>
        <p:nvPicPr>
          <p:cNvPr id="5" name="Picture 4" descr="Diagram, schematic&#10;&#10;Description automatically generated">
            <a:extLst>
              <a:ext uri="{FF2B5EF4-FFF2-40B4-BE49-F238E27FC236}">
                <a16:creationId xmlns:a16="http://schemas.microsoft.com/office/drawing/2014/main" id="{DDECEFF7-33E3-44CF-83EA-77F8E72C44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4523" y="1705211"/>
            <a:ext cx="6583626" cy="4762451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C80792F1-695A-4464-BCFE-9866E30B43C6}"/>
              </a:ext>
            </a:extLst>
          </p:cNvPr>
          <p:cNvGrpSpPr>
            <a:grpSpLocks noChangeAspect="1"/>
          </p:cNvGrpSpPr>
          <p:nvPr/>
        </p:nvGrpSpPr>
        <p:grpSpPr>
          <a:xfrm>
            <a:off x="8893224" y="348319"/>
            <a:ext cx="2916805" cy="6408616"/>
            <a:chOff x="8144424" y="-453581"/>
            <a:chExt cx="3145095" cy="6910199"/>
          </a:xfrm>
        </p:grpSpPr>
        <p:pic>
          <p:nvPicPr>
            <p:cNvPr id="11" name="Picture 10" descr="Diagram, schematic&#10;&#10;Description automatically generated">
              <a:extLst>
                <a:ext uri="{FF2B5EF4-FFF2-40B4-BE49-F238E27FC236}">
                  <a16:creationId xmlns:a16="http://schemas.microsoft.com/office/drawing/2014/main" id="{E6043A4E-8B18-4CA8-BF18-CAFC2CC63A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44424" y="-453581"/>
              <a:ext cx="2267067" cy="3753043"/>
            </a:xfrm>
            <a:prstGeom prst="rect">
              <a:avLst/>
            </a:prstGeom>
          </p:spPr>
        </p:pic>
        <p:pic>
          <p:nvPicPr>
            <p:cNvPr id="13" name="Picture 12" descr="Diagram, schematic&#10;&#10;Description automatically generated">
              <a:extLst>
                <a:ext uri="{FF2B5EF4-FFF2-40B4-BE49-F238E27FC236}">
                  <a16:creationId xmlns:a16="http://schemas.microsoft.com/office/drawing/2014/main" id="{86CE610A-27A9-4954-ABFC-3F0D1B7A30F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55668" y="2868684"/>
              <a:ext cx="2933851" cy="358793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090024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F8B98-8A31-469D-8CB9-B74B06EEA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827" y="212177"/>
            <a:ext cx="10501177" cy="923017"/>
          </a:xfrm>
        </p:spPr>
        <p:txBody>
          <a:bodyPr anchor="ctr" anchorCtr="0">
            <a:norm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Output: Numerical LED Display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20B9D7-FA7B-4AE3-BA86-13264ABE720B}"/>
              </a:ext>
            </a:extLst>
          </p:cNvPr>
          <p:cNvSpPr txBox="1"/>
          <p:nvPr/>
        </p:nvSpPr>
        <p:spPr>
          <a:xfrm>
            <a:off x="671827" y="1058880"/>
            <a:ext cx="23196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>
                    <a:lumMod val="50000"/>
                  </a:schemeClr>
                </a:solidFill>
              </a:rPr>
              <a:t>Third Digit</a:t>
            </a:r>
            <a:endParaRPr lang="en-US" sz="3600" dirty="0"/>
          </a:p>
        </p:txBody>
      </p:sp>
      <p:pic>
        <p:nvPicPr>
          <p:cNvPr id="5" name="Picture 4" descr="Diagram, schematic&#10;&#10;Description automatically generated">
            <a:extLst>
              <a:ext uri="{FF2B5EF4-FFF2-40B4-BE49-F238E27FC236}">
                <a16:creationId xmlns:a16="http://schemas.microsoft.com/office/drawing/2014/main" id="{7773CACC-0F74-43C4-93FB-6CB36AC8D3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5671" y="1705211"/>
            <a:ext cx="6857434" cy="4874759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BD9B0662-8175-4672-9A0E-EA693E65F391}"/>
              </a:ext>
            </a:extLst>
          </p:cNvPr>
          <p:cNvGrpSpPr>
            <a:grpSpLocks noChangeAspect="1"/>
          </p:cNvGrpSpPr>
          <p:nvPr/>
        </p:nvGrpSpPr>
        <p:grpSpPr>
          <a:xfrm>
            <a:off x="9016949" y="207288"/>
            <a:ext cx="2235315" cy="6438535"/>
            <a:chOff x="9016949" y="207288"/>
            <a:chExt cx="2235315" cy="6438535"/>
          </a:xfrm>
        </p:grpSpPr>
        <p:pic>
          <p:nvPicPr>
            <p:cNvPr id="11" name="Picture 10" descr="Diagram, schematic&#10;&#10;Description automatically generated">
              <a:extLst>
                <a:ext uri="{FF2B5EF4-FFF2-40B4-BE49-F238E27FC236}">
                  <a16:creationId xmlns:a16="http://schemas.microsoft.com/office/drawing/2014/main" id="{C550E63C-AA15-4002-BC8B-F539B66281D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16949" y="207288"/>
              <a:ext cx="2235315" cy="3740342"/>
            </a:xfrm>
            <a:prstGeom prst="rect">
              <a:avLst/>
            </a:prstGeom>
          </p:spPr>
        </p:pic>
        <p:pic>
          <p:nvPicPr>
            <p:cNvPr id="13" name="Picture 12" descr="Diagram, schematic&#10;&#10;Description automatically generated">
              <a:extLst>
                <a:ext uri="{FF2B5EF4-FFF2-40B4-BE49-F238E27FC236}">
                  <a16:creationId xmlns:a16="http://schemas.microsoft.com/office/drawing/2014/main" id="{6B6BD26D-ED26-40CD-BAC7-0DB9226B09E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47250" y="2905481"/>
              <a:ext cx="2025754" cy="374034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344705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92A0D-FB35-4F1E-9A18-9E2181112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299392"/>
            <a:ext cx="10501177" cy="1401231"/>
          </a:xfrm>
        </p:spPr>
        <p:txBody>
          <a:bodyPr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Outputs: LEDs and Buzzer</a:t>
            </a:r>
          </a:p>
        </p:txBody>
      </p:sp>
      <p:pic>
        <p:nvPicPr>
          <p:cNvPr id="4" name="Picture 3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C18A7F69-0CFA-441D-A8DB-8D9A777EDD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8368" y="2579575"/>
            <a:ext cx="3786060" cy="2825228"/>
          </a:xfrm>
          <a:prstGeom prst="rect">
            <a:avLst/>
          </a:prstGeom>
        </p:spPr>
      </p:pic>
      <p:pic>
        <p:nvPicPr>
          <p:cNvPr id="6" name="Picture 5" descr="Diagram, schematic&#10;&#10;Description automatically generated">
            <a:extLst>
              <a:ext uri="{FF2B5EF4-FFF2-40B4-BE49-F238E27FC236}">
                <a16:creationId xmlns:a16="http://schemas.microsoft.com/office/drawing/2014/main" id="{D1785A35-0886-4360-9AD0-CF62A77AB0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572" y="2134329"/>
            <a:ext cx="7033882" cy="3885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2539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ABB34-BB3A-4487-8263-9E7E52F88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Routing (PCB)</a:t>
            </a:r>
          </a:p>
        </p:txBody>
      </p:sp>
    </p:spTree>
    <p:extLst>
      <p:ext uri="{BB962C8B-B14F-4D97-AF65-F5344CB8AC3E}">
        <p14:creationId xmlns:p14="http://schemas.microsoft.com/office/powerpoint/2010/main" val="953023119"/>
      </p:ext>
    </p:extLst>
  </p:cSld>
  <p:clrMapOvr>
    <a:masterClrMapping/>
  </p:clrMapOvr>
</p:sld>
</file>

<file path=ppt/theme/theme1.xml><?xml version="1.0" encoding="utf-8"?>
<a:theme xmlns:a="http://schemas.openxmlformats.org/drawingml/2006/main" name="CosineVTI">
  <a:themeElements>
    <a:clrScheme name="AnalogousFromDarkSeedLeftStep">
      <a:dk1>
        <a:srgbClr val="000000"/>
      </a:dk1>
      <a:lt1>
        <a:srgbClr val="FFFFFF"/>
      </a:lt1>
      <a:dk2>
        <a:srgbClr val="301B2D"/>
      </a:dk2>
      <a:lt2>
        <a:srgbClr val="F0F3F2"/>
      </a:lt2>
      <a:accent1>
        <a:srgbClr val="E72983"/>
      </a:accent1>
      <a:accent2>
        <a:srgbClr val="D517C0"/>
      </a:accent2>
      <a:accent3>
        <a:srgbClr val="AD29E7"/>
      </a:accent3>
      <a:accent4>
        <a:srgbClr val="5725D7"/>
      </a:accent4>
      <a:accent5>
        <a:srgbClr val="2944E7"/>
      </a:accent5>
      <a:accent6>
        <a:srgbClr val="1781D5"/>
      </a:accent6>
      <a:hlink>
        <a:srgbClr val="433FBF"/>
      </a:hlink>
      <a:folHlink>
        <a:srgbClr val="7F7F7F"/>
      </a:folHlink>
    </a:clrScheme>
    <a:fontScheme name="Custom 50">
      <a:majorFont>
        <a:latin typeface="Grandview"/>
        <a:ea typeface=""/>
        <a:cs typeface=""/>
      </a:majorFont>
      <a:minorFont>
        <a:latin typeface="Grandvie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sineVTI" id="{4F4449D5-5E9D-4D83-9E2A-939F9CF20276}" vid="{03166EA1-370F-4321-A61E-8851365B431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174</Words>
  <Application>Microsoft Office PowerPoint</Application>
  <PresentationFormat>Widescreen</PresentationFormat>
  <Paragraphs>37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Grandview</vt:lpstr>
      <vt:lpstr>Wingdings</vt:lpstr>
      <vt:lpstr>CosineVTI</vt:lpstr>
      <vt:lpstr>Battery Status Device 2.0</vt:lpstr>
      <vt:lpstr>Schedule List</vt:lpstr>
      <vt:lpstr>Project Context</vt:lpstr>
      <vt:lpstr>Block Diagram</vt:lpstr>
      <vt:lpstr>PowerPoint Presentation</vt:lpstr>
      <vt:lpstr>Microcontroller</vt:lpstr>
      <vt:lpstr>Microcontroller Key</vt:lpstr>
      <vt:lpstr>Voltage Divider</vt:lpstr>
      <vt:lpstr>Voltage Regulator</vt:lpstr>
      <vt:lpstr>Output: Numerical LED Display</vt:lpstr>
      <vt:lpstr>Output: Numerical LED Display</vt:lpstr>
      <vt:lpstr>Output: Numerical LED Display</vt:lpstr>
      <vt:lpstr>Outputs: LEDs and Buzzer</vt:lpstr>
      <vt:lpstr>Routing (PCB)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Battery Status Device 2.0</dc:title>
  <dc:creator>Abramson, Parker R</dc:creator>
  <cp:lastModifiedBy>Abramson, Parker R</cp:lastModifiedBy>
  <cp:revision>30</cp:revision>
  <dcterms:created xsi:type="dcterms:W3CDTF">2022-01-19T00:21:01Z</dcterms:created>
  <dcterms:modified xsi:type="dcterms:W3CDTF">2022-01-19T02:01:53Z</dcterms:modified>
</cp:coreProperties>
</file>